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66" r:id="rId4"/>
    <p:sldId id="260" r:id="rId5"/>
    <p:sldId id="261" r:id="rId6"/>
    <p:sldId id="258" r:id="rId7"/>
    <p:sldId id="262" r:id="rId8"/>
    <p:sldId id="264" r:id="rId9"/>
    <p:sldId id="265" r:id="rId10"/>
    <p:sldId id="263" r:id="rId11"/>
    <p:sldId id="259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FB91F-5501-4956-8A74-EBF38735F665}" v="72" dt="2026-04-27T14:58:11.5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84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6247993"/>
      </p:ext>
    </p:extLst>
  </p:cSld>
  <p:clrMapOvr>
    <a:masterClrMapping/>
  </p:clrMapOvr>
  <p:transition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0092774"/>
      </p:ext>
    </p:extLst>
  </p:cSld>
  <p:clrMapOvr>
    <a:masterClrMapping/>
  </p:clrMapOvr>
  <p:transition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8314500"/>
      </p:ext>
    </p:extLst>
  </p:cSld>
  <p:clrMapOvr>
    <a:masterClrMapping/>
  </p:clrMapOvr>
  <p:transition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9866953"/>
      </p:ext>
    </p:extLst>
  </p:cSld>
  <p:clrMapOvr>
    <a:masterClrMapping/>
  </p:clrMapOvr>
  <p:transition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7627502"/>
      </p:ext>
    </p:extLst>
  </p:cSld>
  <p:clrMapOvr>
    <a:masterClrMapping/>
  </p:clrMapOvr>
  <p:transition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8528363"/>
      </p:ext>
    </p:extLst>
  </p:cSld>
  <p:clrMapOvr>
    <a:masterClrMapping/>
  </p:clrMapOvr>
  <p:transition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1356956"/>
      </p:ext>
    </p:extLst>
  </p:cSld>
  <p:clrMapOvr>
    <a:masterClrMapping/>
  </p:clrMapOvr>
  <p:transition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244230"/>
      </p:ext>
    </p:extLst>
  </p:cSld>
  <p:clrMapOvr>
    <a:masterClrMapping/>
  </p:clrMapOvr>
  <p:transition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985109"/>
      </p:ext>
    </p:extLst>
  </p:cSld>
  <p:clrMapOvr>
    <a:masterClrMapping/>
  </p:clrMapOvr>
  <p:transition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5941065"/>
      </p:ext>
    </p:extLst>
  </p:cSld>
  <p:clrMapOvr>
    <a:masterClrMapping/>
  </p:clrMapOvr>
  <p:transition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7154230"/>
      </p:ext>
    </p:extLst>
  </p:cSld>
  <p:clrMapOvr>
    <a:masterClrMapping/>
  </p:clrMapOvr>
  <p:transition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0442597"/>
      </p:ext>
    </p:extLst>
  </p:cSld>
  <p:clrMapOvr>
    <a:masterClrMapping/>
  </p:clrMapOvr>
  <p:transition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4032062"/>
      </p:ext>
    </p:extLst>
  </p:cSld>
  <p:clrMapOvr>
    <a:masterClrMapping/>
  </p:clrMapOvr>
  <p:transition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405104"/>
      </p:ext>
    </p:extLst>
  </p:cSld>
  <p:clrMapOvr>
    <a:masterClrMapping/>
  </p:clrMapOvr>
  <p:transition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9904452"/>
      </p:ext>
    </p:extLst>
  </p:cSld>
  <p:clrMapOvr>
    <a:masterClrMapping/>
  </p:clrMapOvr>
  <p:transition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0418748"/>
      </p:ext>
    </p:extLst>
  </p:cSld>
  <p:clrMapOvr>
    <a:masterClrMapping/>
  </p:clrMapOvr>
  <p:transition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4292379"/>
      </p:ext>
    </p:extLst>
  </p:cSld>
  <p:clrMapOvr>
    <a:masterClrMapping/>
  </p:clrMapOvr>
  <p:transition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2026. 05. 13.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1259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ransition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PUSKÁS TIVADAR EGYETEM HÁLÓZATA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/>
              <a:t>Készítette: Basa Martin, Vér Bence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69E7B2-0937-2A10-92F4-BB6BE6A92515}"/>
              </a:ext>
            </a:extLst>
          </p:cNvPr>
          <p:cNvGrpSpPr/>
          <p:nvPr/>
        </p:nvGrpSpPr>
        <p:grpSpPr>
          <a:xfrm>
            <a:off x="-9524" y="-3175"/>
            <a:ext cx="12039504" cy="6880482"/>
            <a:chOff x="-9524" y="-3175"/>
            <a:chExt cx="12039504" cy="688048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AC342D1-BAAA-EA87-920E-DAD8272E9BF3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0"/>
              <a:ext cx="0" cy="21844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CFFB5CE-F2D4-48BD-8569-D58031941596}"/>
                </a:ext>
              </a:extLst>
            </p:cNvPr>
            <p:cNvSpPr>
              <a:spLocks/>
            </p:cNvSpPr>
            <p:nvPr/>
          </p:nvSpPr>
          <p:spPr>
            <a:xfrm>
              <a:off x="43954" y="2186781"/>
              <a:ext cx="170853" cy="16827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ECB5FF2-FE0E-08E0-397D-A7BD5823BB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" y="1809750"/>
              <a:ext cx="107950" cy="114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C930120-2E41-36D4-783A-7FF733184794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1381125"/>
              <a:ext cx="134938" cy="1333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EF515AB-C0E4-3272-9D52-C965F5CB1F65}"/>
                </a:ext>
              </a:extLst>
            </p:cNvPr>
            <p:cNvCxnSpPr>
              <a:cxnSpLocks/>
            </p:cNvCxnSpPr>
            <p:nvPr/>
          </p:nvCxnSpPr>
          <p:spPr>
            <a:xfrm>
              <a:off x="259557" y="1507332"/>
              <a:ext cx="0" cy="3428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057B81-E787-6F17-5C33-31F1DEACE44F}"/>
                </a:ext>
              </a:extLst>
            </p:cNvPr>
            <p:cNvSpPr>
              <a:spLocks/>
            </p:cNvSpPr>
            <p:nvPr/>
          </p:nvSpPr>
          <p:spPr>
            <a:xfrm>
              <a:off x="210048" y="1850231"/>
              <a:ext cx="102330" cy="1047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C3C7E4A-25A5-43EF-972A-E5760006DD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047" y="0"/>
              <a:ext cx="3175" cy="9969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21A272-87E0-C895-D401-57CF900CD2DD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210046" y="996950"/>
              <a:ext cx="352787" cy="81722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1D1EF89-6C37-CF33-87F8-435171278E96}"/>
                </a:ext>
              </a:extLst>
            </p:cNvPr>
            <p:cNvSpPr>
              <a:spLocks/>
            </p:cNvSpPr>
            <p:nvPr/>
          </p:nvSpPr>
          <p:spPr>
            <a:xfrm rot="1356171">
              <a:off x="507390" y="1809353"/>
              <a:ext cx="184544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D2538D4-96F7-0348-4732-8092CDD84133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0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64322E6-C9B2-B529-37FE-92263C6B5FDE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618518"/>
              <a:ext cx="350639" cy="82928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4AEFE26-24E8-6F29-98BF-9B1F35EBCA6F}"/>
                </a:ext>
              </a:extLst>
            </p:cNvPr>
            <p:cNvCxnSpPr>
              <a:cxnSpLocks/>
            </p:cNvCxnSpPr>
            <p:nvPr/>
          </p:nvCxnSpPr>
          <p:spPr>
            <a:xfrm>
              <a:off x="682823" y="299735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29F91A8-1F49-6D53-6DEB-10120DB68BB4}"/>
                </a:ext>
              </a:extLst>
            </p:cNvPr>
            <p:cNvCxnSpPr>
              <a:cxnSpLocks/>
            </p:cNvCxnSpPr>
            <p:nvPr/>
          </p:nvCxnSpPr>
          <p:spPr>
            <a:xfrm>
              <a:off x="559592" y="2381"/>
              <a:ext cx="127993" cy="30687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BCB4FBF-9CE9-66BD-7672-98127502EAD1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406" y="1431553"/>
              <a:ext cx="180262" cy="17402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EAB3CCC-A9B9-9A53-AED8-09EDD02C9903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293" y="908856"/>
              <a:ext cx="174285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5A77225-80F4-EAD4-7F47-7A6775F35852}"/>
                </a:ext>
              </a:extLst>
            </p:cNvPr>
            <p:cNvSpPr>
              <a:spLocks/>
            </p:cNvSpPr>
            <p:nvPr/>
          </p:nvSpPr>
          <p:spPr>
            <a:xfrm>
              <a:off x="1027288" y="493733"/>
              <a:ext cx="146867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AF042C3-6C48-F5C9-D175-AF67D1361CA0}"/>
                </a:ext>
              </a:extLst>
            </p:cNvPr>
            <p:cNvCxnSpPr>
              <a:cxnSpLocks/>
            </p:cNvCxnSpPr>
            <p:nvPr/>
          </p:nvCxnSpPr>
          <p:spPr>
            <a:xfrm>
              <a:off x="651569" y="2381"/>
              <a:ext cx="84237" cy="1976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8E19A13-120E-DC6C-66E0-3C7AA799DCB6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735806" y="198116"/>
              <a:ext cx="312990" cy="31575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3A6890B-A3BA-7A26-9363-0A838623801A}"/>
                </a:ext>
              </a:extLst>
            </p:cNvPr>
            <p:cNvCxnSpPr>
              <a:cxnSpLocks/>
            </p:cNvCxnSpPr>
            <p:nvPr/>
          </p:nvCxnSpPr>
          <p:spPr>
            <a:xfrm>
              <a:off x="-9524" y="3553619"/>
              <a:ext cx="142875" cy="1206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A964AB1-2C4E-6616-A4E5-3BB74D101680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3669506"/>
              <a:ext cx="0" cy="3508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93EA234-826C-0AC1-06E1-991E919B9A83}"/>
                </a:ext>
              </a:extLst>
            </p:cNvPr>
            <p:cNvSpPr>
              <a:spLocks/>
            </p:cNvSpPr>
            <p:nvPr/>
          </p:nvSpPr>
          <p:spPr>
            <a:xfrm>
              <a:off x="39192" y="4020344"/>
              <a:ext cx="170853" cy="1682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A86E33E-9742-A51E-33DB-F025966716C3}"/>
                </a:ext>
              </a:extLst>
            </p:cNvPr>
            <p:cNvCxnSpPr>
              <a:cxnSpLocks/>
            </p:cNvCxnSpPr>
            <p:nvPr/>
          </p:nvCxnSpPr>
          <p:spPr>
            <a:xfrm>
              <a:off x="146050" y="4657725"/>
              <a:ext cx="0" cy="22002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31BABA2-FAFC-3D82-698C-6BE25BADDD77}"/>
                </a:ext>
              </a:extLst>
            </p:cNvPr>
            <p:cNvCxnSpPr>
              <a:cxnSpLocks/>
            </p:cNvCxnSpPr>
            <p:nvPr/>
          </p:nvCxnSpPr>
          <p:spPr>
            <a:xfrm>
              <a:off x="56653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5ED9FA-AE43-068A-1607-B4230F77D28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29275"/>
              <a:ext cx="59828" cy="241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4A62588-3842-E2C3-5771-CEFD0A3F8856}"/>
                </a:ext>
              </a:extLst>
            </p:cNvPr>
            <p:cNvCxnSpPr>
              <a:cxnSpLocks/>
            </p:cNvCxnSpPr>
            <p:nvPr/>
          </p:nvCxnSpPr>
          <p:spPr>
            <a:xfrm>
              <a:off x="235247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B9C45ED-429B-57E5-A1D4-BAD8132C6184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239416" y="5043822"/>
              <a:ext cx="337612" cy="8267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FEB7126-0398-E2FA-109C-F44041AA645F}"/>
                </a:ext>
              </a:extLst>
            </p:cNvPr>
            <p:cNvSpPr>
              <a:spLocks/>
            </p:cNvSpPr>
            <p:nvPr/>
          </p:nvSpPr>
          <p:spPr>
            <a:xfrm>
              <a:off x="523875" y="4862513"/>
              <a:ext cx="194067" cy="1952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C817EB6-E12E-7AE2-33E6-7F183CD67F8D}"/>
                </a:ext>
              </a:extLst>
            </p:cNvPr>
            <p:cNvCxnSpPr>
              <a:cxnSpLocks/>
            </p:cNvCxnSpPr>
            <p:nvPr/>
          </p:nvCxnSpPr>
          <p:spPr>
            <a:xfrm>
              <a:off x="324283" y="6234113"/>
              <a:ext cx="0" cy="62388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19152D7-E85E-7EC5-0CDB-D14DBE6735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521" y="5414963"/>
              <a:ext cx="358540" cy="8381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267D6F8-28F4-DFC6-A64C-74CDBB746AD9}"/>
                </a:ext>
              </a:extLst>
            </p:cNvPr>
            <p:cNvSpPr>
              <a:spLocks/>
            </p:cNvSpPr>
            <p:nvPr/>
          </p:nvSpPr>
          <p:spPr>
            <a:xfrm>
              <a:off x="616255" y="5253037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B458C7D-F313-1653-9AB9-CB34EB595682}"/>
                </a:ext>
              </a:extLst>
            </p:cNvPr>
            <p:cNvSpPr>
              <a:spLocks/>
            </p:cNvSpPr>
            <p:nvPr/>
          </p:nvSpPr>
          <p:spPr>
            <a:xfrm rot="21421688">
              <a:off x="616255" y="5772150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1CB2A2A-11A9-FD55-1C37-896ABC389127}"/>
                </a:ext>
              </a:extLst>
            </p:cNvPr>
            <p:cNvSpPr>
              <a:spLocks/>
            </p:cNvSpPr>
            <p:nvPr/>
          </p:nvSpPr>
          <p:spPr>
            <a:xfrm rot="21437781">
              <a:off x="1053757" y="6226001"/>
              <a:ext cx="140676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70AEACD-7447-32E3-52A7-FF2F42415D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250" y="6558265"/>
              <a:ext cx="128560" cy="29973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AA012C3-A5C7-44E6-4A5F-760B0CEAC1DB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707377" y="5948412"/>
              <a:ext cx="2625" cy="61461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EA508F6-97BC-5E68-E089-AF569B896E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080" y="6662265"/>
              <a:ext cx="80776" cy="19811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72F625D-4B28-492D-1568-E72F3245A8F3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H="1">
              <a:off x="750094" y="6345650"/>
              <a:ext cx="326613" cy="3242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F079A63-1F2F-EF6E-AA5B-CA8B974547CD}"/>
                </a:ext>
              </a:extLst>
            </p:cNvPr>
            <p:cNvSpPr>
              <a:spLocks/>
            </p:cNvSpPr>
            <p:nvPr/>
          </p:nvSpPr>
          <p:spPr>
            <a:xfrm>
              <a:off x="56653" y="4489449"/>
              <a:ext cx="175574" cy="1746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BEA6DE-C6B0-6A2A-E691-044FA70E16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55183" y="5602287"/>
              <a:ext cx="0" cy="127025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820CAD6-81EA-0EA2-E2B6-CD5F5C3D8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52802" y="5321300"/>
              <a:ext cx="285173" cy="2921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BDA2F58-9222-D868-39B4-FC479D35C5F7}"/>
                </a:ext>
              </a:extLst>
            </p:cNvPr>
            <p:cNvCxnSpPr>
              <a:cxnSpLocks/>
              <a:endCxn id="48" idx="4"/>
            </p:cNvCxnSpPr>
            <p:nvPr/>
          </p:nvCxnSpPr>
          <p:spPr>
            <a:xfrm flipV="1">
              <a:off x="11734869" y="5045598"/>
              <a:ext cx="1588" cy="2902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1C727AA-A37E-5BF1-BD24-7529EF4A93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99" y="5688012"/>
              <a:ext cx="285173" cy="6576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A22B2D7-0CBF-B528-85D7-3F5E86AB6CD9}"/>
                </a:ext>
              </a:extLst>
            </p:cNvPr>
            <p:cNvCxnSpPr>
              <a:cxnSpLocks/>
            </p:cNvCxnSpPr>
            <p:nvPr/>
          </p:nvCxnSpPr>
          <p:spPr>
            <a:xfrm>
              <a:off x="11545174" y="6327775"/>
              <a:ext cx="0" cy="5495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B4AC5E2-9316-16C6-BD22-E69C6F559201}"/>
                </a:ext>
              </a:extLst>
            </p:cNvPr>
            <p:cNvCxnSpPr>
              <a:cxnSpLocks/>
            </p:cNvCxnSpPr>
            <p:nvPr/>
          </p:nvCxnSpPr>
          <p:spPr>
            <a:xfrm>
              <a:off x="11951277" y="6602541"/>
              <a:ext cx="0" cy="265241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7C0926C-4B44-C499-5548-C229A2776EFD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8131" y="4879870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18B0380-49DA-B8F4-2C07-D1FFF60262C8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780006" y="5556406"/>
              <a:ext cx="144574" cy="1428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14C68B5-C294-9937-D33D-6584C77E288F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861151" y="6432832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EA3C4A8-2A0C-A0AB-B21D-C7ED933251B9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0314" y="1550812"/>
              <a:ext cx="176641" cy="165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4EB4DFE-1289-2582-6796-2392DC39AC11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385673" y="484941"/>
              <a:ext cx="125029" cy="130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C48FABA-C65C-9B26-2102-716246726140}"/>
                </a:ext>
              </a:extLst>
            </p:cNvPr>
            <p:cNvCxnSpPr>
              <a:cxnSpLocks/>
              <a:stCxn id="52" idx="7"/>
            </p:cNvCxnSpPr>
            <p:nvPr/>
          </p:nvCxnSpPr>
          <p:spPr>
            <a:xfrm flipV="1">
              <a:off x="11490163" y="176785"/>
              <a:ext cx="330596" cy="32526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3924809-73B7-6D1F-3DC6-371F12EB59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7584" y="0"/>
              <a:ext cx="74974" cy="1799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A2E769E-17B2-9650-87AD-1DE2D4464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2843" y="-3175"/>
              <a:ext cx="0" cy="9981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C51C80E-EF2B-AAE6-0C3E-09351127C7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4733" y="985415"/>
              <a:ext cx="278110" cy="2750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7E74260-7DD3-CB2B-A8EB-F3A94D86AE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7841" y="1250595"/>
              <a:ext cx="0" cy="3060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0C1019-567E-2293-479C-8F51E344D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 leírása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1C20C11-D418-E5E0-E45F-E667D8143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/>
              <a:t>Feladatunk: Egy egyetemi hálózat tervezése, és kivitelezése</a:t>
            </a:r>
          </a:p>
          <a:p>
            <a:endParaRPr lang="hu-HU" dirty="0">
              <a:noFill/>
            </a:endParaRP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E1393D2-56AF-300E-BF31-5A61C4F56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102" y="3003362"/>
            <a:ext cx="8799007" cy="3842281"/>
          </a:xfrm>
          <a:prstGeom prst="rect">
            <a:avLst/>
          </a:prstGeom>
          <a:noFill/>
        </p:spPr>
      </p:pic>
      <p:grpSp>
        <p:nvGrpSpPr>
          <p:cNvPr id="152" name="Group 151">
            <a:extLst>
              <a:ext uri="{FF2B5EF4-FFF2-40B4-BE49-F238E27FC236}">
                <a16:creationId xmlns:a16="http://schemas.microsoft.com/office/drawing/2014/main" id="{5666788A-841A-FC44-DE27-07CA81918D74}"/>
              </a:ext>
            </a:extLst>
          </p:cNvPr>
          <p:cNvGrpSpPr/>
          <p:nvPr/>
        </p:nvGrpSpPr>
        <p:grpSpPr>
          <a:xfrm>
            <a:off x="-9524" y="-3175"/>
            <a:ext cx="12039504" cy="6880482"/>
            <a:chOff x="-9524" y="-3175"/>
            <a:chExt cx="12039504" cy="688048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A28CFB0-CBA1-D28E-99BA-DF0434C4C3E9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0"/>
              <a:ext cx="0" cy="21844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163DEB2-5E36-D5BE-DBA0-7CB7A841EBCC}"/>
                </a:ext>
              </a:extLst>
            </p:cNvPr>
            <p:cNvSpPr>
              <a:spLocks/>
            </p:cNvSpPr>
            <p:nvPr/>
          </p:nvSpPr>
          <p:spPr>
            <a:xfrm>
              <a:off x="43954" y="2186781"/>
              <a:ext cx="170853" cy="16827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E3301D3-087D-83EC-D603-7B19EC9B02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" y="1809750"/>
              <a:ext cx="107950" cy="114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2026CC6-DB8D-5458-AFCA-D45C7DA2629A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1381125"/>
              <a:ext cx="134938" cy="1333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9E509D6-C812-FD04-1C92-877669CDA891}"/>
                </a:ext>
              </a:extLst>
            </p:cNvPr>
            <p:cNvCxnSpPr>
              <a:cxnSpLocks/>
            </p:cNvCxnSpPr>
            <p:nvPr/>
          </p:nvCxnSpPr>
          <p:spPr>
            <a:xfrm>
              <a:off x="259557" y="1507332"/>
              <a:ext cx="0" cy="3428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36F077B-B203-2C8F-88D4-469C8A545846}"/>
                </a:ext>
              </a:extLst>
            </p:cNvPr>
            <p:cNvSpPr>
              <a:spLocks/>
            </p:cNvSpPr>
            <p:nvPr/>
          </p:nvSpPr>
          <p:spPr>
            <a:xfrm>
              <a:off x="210048" y="1850231"/>
              <a:ext cx="102330" cy="1047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FFDC387-5F9D-3C2A-408F-531F913511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047" y="0"/>
              <a:ext cx="3175" cy="9969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3725C27-5899-38C8-2B6A-8C0FBADE0608}"/>
                </a:ext>
              </a:extLst>
            </p:cNvPr>
            <p:cNvCxnSpPr>
              <a:cxnSpLocks/>
              <a:endCxn id="27" idx="1"/>
            </p:cNvCxnSpPr>
            <p:nvPr/>
          </p:nvCxnSpPr>
          <p:spPr>
            <a:xfrm>
              <a:off x="210046" y="996950"/>
              <a:ext cx="352787" cy="81722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D097B42-E49C-6F0D-D2AA-64CCBA15A87F}"/>
                </a:ext>
              </a:extLst>
            </p:cNvPr>
            <p:cNvSpPr>
              <a:spLocks/>
            </p:cNvSpPr>
            <p:nvPr/>
          </p:nvSpPr>
          <p:spPr>
            <a:xfrm rot="1356171">
              <a:off x="507390" y="1809353"/>
              <a:ext cx="184544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5B38805-2D0E-9AAD-0460-0133440CC433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0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98B67EC-5FA6-63CF-BDE8-6C60269C24CE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618518"/>
              <a:ext cx="350639" cy="82928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E207877-63D4-CF4D-2D02-0B8F4EF495BE}"/>
                </a:ext>
              </a:extLst>
            </p:cNvPr>
            <p:cNvCxnSpPr>
              <a:cxnSpLocks/>
            </p:cNvCxnSpPr>
            <p:nvPr/>
          </p:nvCxnSpPr>
          <p:spPr>
            <a:xfrm>
              <a:off x="682823" y="299735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90AFFE0-BF36-1CF3-5CB5-06D2EAC07168}"/>
                </a:ext>
              </a:extLst>
            </p:cNvPr>
            <p:cNvCxnSpPr>
              <a:cxnSpLocks/>
            </p:cNvCxnSpPr>
            <p:nvPr/>
          </p:nvCxnSpPr>
          <p:spPr>
            <a:xfrm>
              <a:off x="559592" y="2381"/>
              <a:ext cx="127993" cy="30687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3456AFD-3D3E-87C6-DFB2-BF3A03C8B137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406" y="1431553"/>
              <a:ext cx="180262" cy="17402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9CE7F66-8875-AE85-9BEE-65CF8490D91A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293" y="908856"/>
              <a:ext cx="174285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289BB9E-442C-A68E-44BE-C718883309D0}"/>
                </a:ext>
              </a:extLst>
            </p:cNvPr>
            <p:cNvSpPr>
              <a:spLocks/>
            </p:cNvSpPr>
            <p:nvPr/>
          </p:nvSpPr>
          <p:spPr>
            <a:xfrm>
              <a:off x="1027288" y="493733"/>
              <a:ext cx="146867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C5E8573-A919-B801-6E2C-4B4EB8AE1562}"/>
                </a:ext>
              </a:extLst>
            </p:cNvPr>
            <p:cNvCxnSpPr>
              <a:cxnSpLocks/>
            </p:cNvCxnSpPr>
            <p:nvPr/>
          </p:nvCxnSpPr>
          <p:spPr>
            <a:xfrm>
              <a:off x="651569" y="2381"/>
              <a:ext cx="84237" cy="1976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5F843F5-FBB2-FC7D-09A7-4684A12CB8A7}"/>
                </a:ext>
              </a:extLst>
            </p:cNvPr>
            <p:cNvCxnSpPr>
              <a:cxnSpLocks/>
              <a:endCxn id="52" idx="1"/>
            </p:cNvCxnSpPr>
            <p:nvPr/>
          </p:nvCxnSpPr>
          <p:spPr>
            <a:xfrm>
              <a:off x="735806" y="198116"/>
              <a:ext cx="312990" cy="31575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9E198CA-A8BF-2C16-FA28-416E3DA6BB44}"/>
                </a:ext>
              </a:extLst>
            </p:cNvPr>
            <p:cNvCxnSpPr>
              <a:cxnSpLocks/>
            </p:cNvCxnSpPr>
            <p:nvPr/>
          </p:nvCxnSpPr>
          <p:spPr>
            <a:xfrm>
              <a:off x="-9524" y="3553619"/>
              <a:ext cx="142875" cy="1206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B588F2C-2F97-C234-5A69-A2C282C6AE69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3669506"/>
              <a:ext cx="0" cy="3508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113E69C-7AC6-5CAF-40F7-F5CEC7E1A1D9}"/>
                </a:ext>
              </a:extLst>
            </p:cNvPr>
            <p:cNvSpPr>
              <a:spLocks/>
            </p:cNvSpPr>
            <p:nvPr/>
          </p:nvSpPr>
          <p:spPr>
            <a:xfrm>
              <a:off x="39192" y="4020344"/>
              <a:ext cx="170853" cy="1682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3E4500D-A412-5DC5-E640-CC960417D789}"/>
                </a:ext>
              </a:extLst>
            </p:cNvPr>
            <p:cNvCxnSpPr>
              <a:cxnSpLocks/>
            </p:cNvCxnSpPr>
            <p:nvPr/>
          </p:nvCxnSpPr>
          <p:spPr>
            <a:xfrm>
              <a:off x="146050" y="4657725"/>
              <a:ext cx="0" cy="22002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EFEFBF6-2828-C74C-6FBC-ED8AEA296D54}"/>
                </a:ext>
              </a:extLst>
            </p:cNvPr>
            <p:cNvCxnSpPr>
              <a:cxnSpLocks/>
            </p:cNvCxnSpPr>
            <p:nvPr/>
          </p:nvCxnSpPr>
          <p:spPr>
            <a:xfrm>
              <a:off x="56653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B9C74DF-59FA-471B-76DA-42E14DBD85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29275"/>
              <a:ext cx="59828" cy="241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F608806-71A5-BA21-EFE2-92787E5DF6FD}"/>
                </a:ext>
              </a:extLst>
            </p:cNvPr>
            <p:cNvCxnSpPr>
              <a:cxnSpLocks/>
            </p:cNvCxnSpPr>
            <p:nvPr/>
          </p:nvCxnSpPr>
          <p:spPr>
            <a:xfrm>
              <a:off x="235247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B513988-C5BA-A995-646A-49E8390F3735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239416" y="5043822"/>
              <a:ext cx="337612" cy="8267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F4C68008-11B3-5D6C-F829-F02B311E7ED7}"/>
                </a:ext>
              </a:extLst>
            </p:cNvPr>
            <p:cNvSpPr>
              <a:spLocks/>
            </p:cNvSpPr>
            <p:nvPr/>
          </p:nvSpPr>
          <p:spPr>
            <a:xfrm>
              <a:off x="523875" y="4862513"/>
              <a:ext cx="194067" cy="1952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85E4EF6-D4FF-D405-9B57-A8CC14CDF45F}"/>
                </a:ext>
              </a:extLst>
            </p:cNvPr>
            <p:cNvCxnSpPr>
              <a:cxnSpLocks/>
            </p:cNvCxnSpPr>
            <p:nvPr/>
          </p:nvCxnSpPr>
          <p:spPr>
            <a:xfrm>
              <a:off x="324283" y="6234113"/>
              <a:ext cx="0" cy="62388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26F1B14-64E0-4346-DE89-994F1D341B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521" y="5414963"/>
              <a:ext cx="358540" cy="8381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9A365B56-ADE4-E7D9-F6CD-14C54F5E9C4A}"/>
                </a:ext>
              </a:extLst>
            </p:cNvPr>
            <p:cNvSpPr>
              <a:spLocks/>
            </p:cNvSpPr>
            <p:nvPr/>
          </p:nvSpPr>
          <p:spPr>
            <a:xfrm>
              <a:off x="616255" y="5253037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BB9CB958-A1E8-1BA9-CE00-0500BECBAFD6}"/>
                </a:ext>
              </a:extLst>
            </p:cNvPr>
            <p:cNvSpPr>
              <a:spLocks/>
            </p:cNvSpPr>
            <p:nvPr/>
          </p:nvSpPr>
          <p:spPr>
            <a:xfrm rot="21421688">
              <a:off x="616255" y="5772150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A7292E7B-D47D-2896-EA55-EF37F7231F22}"/>
                </a:ext>
              </a:extLst>
            </p:cNvPr>
            <p:cNvSpPr>
              <a:spLocks/>
            </p:cNvSpPr>
            <p:nvPr/>
          </p:nvSpPr>
          <p:spPr>
            <a:xfrm rot="21437781">
              <a:off x="1053757" y="6226001"/>
              <a:ext cx="140676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B96BC13-1202-DCEB-3CFA-050F5A9485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250" y="6558265"/>
              <a:ext cx="128560" cy="29973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697B239-7579-EF15-844A-08DA166932FB}"/>
                </a:ext>
              </a:extLst>
            </p:cNvPr>
            <p:cNvCxnSpPr>
              <a:cxnSpLocks/>
              <a:stCxn id="91" idx="4"/>
            </p:cNvCxnSpPr>
            <p:nvPr/>
          </p:nvCxnSpPr>
          <p:spPr>
            <a:xfrm flipH="1">
              <a:off x="707377" y="5948412"/>
              <a:ext cx="2625" cy="61461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4B020EC-ECC2-821F-67EF-AD9E311935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080" y="6662265"/>
              <a:ext cx="80776" cy="19811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8F2F96B-5A06-6EDC-3C9D-3A12C660D72F}"/>
                </a:ext>
              </a:extLst>
            </p:cNvPr>
            <p:cNvCxnSpPr>
              <a:cxnSpLocks/>
              <a:stCxn id="92" idx="3"/>
            </p:cNvCxnSpPr>
            <p:nvPr/>
          </p:nvCxnSpPr>
          <p:spPr>
            <a:xfrm flipH="1">
              <a:off x="750094" y="6345650"/>
              <a:ext cx="326613" cy="3242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D0E3E0C7-B63A-10BD-D190-138B84F14997}"/>
                </a:ext>
              </a:extLst>
            </p:cNvPr>
            <p:cNvSpPr>
              <a:spLocks/>
            </p:cNvSpPr>
            <p:nvPr/>
          </p:nvSpPr>
          <p:spPr>
            <a:xfrm>
              <a:off x="56653" y="4489449"/>
              <a:ext cx="175574" cy="1746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A34ABB11-136C-DA7E-F438-92D935031CB3}"/>
                </a:ext>
              </a:extLst>
            </p:cNvPr>
            <p:cNvCxnSpPr>
              <a:cxnSpLocks/>
            </p:cNvCxnSpPr>
            <p:nvPr/>
          </p:nvCxnSpPr>
          <p:spPr>
            <a:xfrm>
              <a:off x="11455183" y="5602287"/>
              <a:ext cx="0" cy="127025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6DE8CE3F-64EA-7541-22AB-5D6B589BA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52802" y="5321300"/>
              <a:ext cx="285173" cy="2921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FABAD2C-3B4D-6A02-9DF1-C8401E10E3E4}"/>
                </a:ext>
              </a:extLst>
            </p:cNvPr>
            <p:cNvCxnSpPr>
              <a:cxnSpLocks/>
              <a:endCxn id="123" idx="4"/>
            </p:cNvCxnSpPr>
            <p:nvPr/>
          </p:nvCxnSpPr>
          <p:spPr>
            <a:xfrm flipV="1">
              <a:off x="11734869" y="5045598"/>
              <a:ext cx="1588" cy="2902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6341B847-A74A-F4D9-E7BC-3CA52A9C8D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99" y="5688012"/>
              <a:ext cx="285173" cy="6576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EEC3EFF6-460D-E1A6-9C9D-FC67B557410F}"/>
                </a:ext>
              </a:extLst>
            </p:cNvPr>
            <p:cNvCxnSpPr>
              <a:cxnSpLocks/>
            </p:cNvCxnSpPr>
            <p:nvPr/>
          </p:nvCxnSpPr>
          <p:spPr>
            <a:xfrm>
              <a:off x="11545174" y="6327775"/>
              <a:ext cx="0" cy="5495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2BC00D6F-BD6C-1245-C34E-EC36950D9B10}"/>
                </a:ext>
              </a:extLst>
            </p:cNvPr>
            <p:cNvCxnSpPr>
              <a:cxnSpLocks/>
            </p:cNvCxnSpPr>
            <p:nvPr/>
          </p:nvCxnSpPr>
          <p:spPr>
            <a:xfrm>
              <a:off x="11951277" y="6602541"/>
              <a:ext cx="0" cy="265241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C478B7C2-87E8-8556-2C9E-5C65A7ECD4C2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8131" y="4879870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0F75B3CB-82D7-0EC1-EFB2-14A08041CD84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780006" y="5556406"/>
              <a:ext cx="144574" cy="1428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B343C0D-A5F9-7C89-64CF-FF0F971A5CD7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861151" y="6432832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B8EB4F52-7CF3-44FA-B3D5-7932A6F76211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0314" y="1550812"/>
              <a:ext cx="176641" cy="165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8999F5B-B264-EE82-C494-DEAE34664FA1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385673" y="484941"/>
              <a:ext cx="125029" cy="130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934497F5-AE0C-EAEC-CC98-F7545CF7F32C}"/>
                </a:ext>
              </a:extLst>
            </p:cNvPr>
            <p:cNvCxnSpPr>
              <a:cxnSpLocks/>
              <a:stCxn id="130" idx="7"/>
            </p:cNvCxnSpPr>
            <p:nvPr/>
          </p:nvCxnSpPr>
          <p:spPr>
            <a:xfrm flipV="1">
              <a:off x="11490163" y="176785"/>
              <a:ext cx="330596" cy="32526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B52B7EB3-E3D2-FB83-E1CE-64C202ED00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7584" y="0"/>
              <a:ext cx="74974" cy="1799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289444F8-94F3-DA0D-C662-DD0225DE33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2843" y="-3175"/>
              <a:ext cx="0" cy="9981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16DA33B-4457-7488-4FED-4F70082B79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4733" y="985415"/>
              <a:ext cx="278110" cy="2750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7CD3A9A0-CF84-7602-D851-DA797D2616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7841" y="1250595"/>
              <a:ext cx="0" cy="3060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895772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D8E840-FF36-7861-A5A2-0832FD6D0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w Cen MT" panose="020B0602020104020603" pitchFamily="34" charset="0"/>
                <a:cs typeface="Arial"/>
              </a:rPr>
              <a:t>Specifikációk</a:t>
            </a:r>
            <a:endParaRPr lang="hu-HU" sz="2800" dirty="0">
              <a:latin typeface="Tw Cen MT" panose="020B0602020104020603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7BD05BD-F33E-54D9-259D-76A973BE8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734"/>
            <a:ext cx="10515600" cy="510415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hu-HU" sz="2600" dirty="0" err="1">
                <a:latin typeface="+mj-lt"/>
                <a:cs typeface="Arial"/>
              </a:rPr>
              <a:t>Core</a:t>
            </a:r>
            <a:endParaRPr lang="hu-HU" sz="2600" dirty="0">
              <a:latin typeface="+mj-lt"/>
              <a:cs typeface="Arial"/>
            </a:endParaRPr>
          </a:p>
          <a:p>
            <a:pPr lvl="1"/>
            <a:r>
              <a:rPr lang="hu-HU" dirty="0" err="1">
                <a:latin typeface="+mj-lt"/>
                <a:cs typeface="Arial"/>
              </a:rPr>
              <a:t>Catalyst</a:t>
            </a:r>
            <a:r>
              <a:rPr lang="hu-HU" dirty="0">
                <a:latin typeface="+mj-lt"/>
                <a:cs typeface="Arial"/>
              </a:rPr>
              <a:t> 8500-12X4QC</a:t>
            </a:r>
          </a:p>
          <a:p>
            <a:pPr lvl="1"/>
            <a:r>
              <a:rPr lang="hu-HU" dirty="0" err="1">
                <a:latin typeface="+mj-lt"/>
                <a:cs typeface="Arial"/>
              </a:rPr>
              <a:t>Catalyst</a:t>
            </a:r>
            <a:r>
              <a:rPr lang="hu-HU" dirty="0">
                <a:latin typeface="+mj-lt"/>
                <a:cs typeface="Arial"/>
              </a:rPr>
              <a:t> </a:t>
            </a:r>
            <a:r>
              <a:rPr lang="hu-HU" dirty="0" err="1">
                <a:latin typeface="+mj-lt"/>
                <a:cs typeface="Arial"/>
              </a:rPr>
              <a:t>FirePower</a:t>
            </a:r>
            <a:r>
              <a:rPr lang="hu-HU" dirty="0">
                <a:latin typeface="+mj-lt"/>
                <a:cs typeface="Arial"/>
              </a:rPr>
              <a:t> 3105</a:t>
            </a:r>
          </a:p>
          <a:p>
            <a:r>
              <a:rPr lang="hu-HU" sz="2600" dirty="0" err="1">
                <a:latin typeface="+mj-lt"/>
                <a:cs typeface="Arial"/>
              </a:rPr>
              <a:t>Distribution</a:t>
            </a:r>
            <a:endParaRPr lang="hu-HU" sz="2600" dirty="0">
              <a:latin typeface="+mj-lt"/>
            </a:endParaRPr>
          </a:p>
          <a:p>
            <a:pPr lvl="1"/>
            <a:r>
              <a:rPr lang="hu-HU" dirty="0" err="1">
                <a:latin typeface="+mj-lt"/>
                <a:cs typeface="Arial"/>
              </a:rPr>
              <a:t>Catalyst</a:t>
            </a:r>
            <a:r>
              <a:rPr lang="hu-HU" dirty="0">
                <a:latin typeface="+mj-lt"/>
                <a:cs typeface="Arial"/>
              </a:rPr>
              <a:t> 9404R</a:t>
            </a:r>
          </a:p>
          <a:p>
            <a:pPr lvl="1"/>
            <a:r>
              <a:rPr lang="hu-HU" dirty="0" err="1">
                <a:latin typeface="+mj-lt"/>
                <a:cs typeface="Arial"/>
              </a:rPr>
              <a:t>Catalyst</a:t>
            </a:r>
            <a:r>
              <a:rPr lang="hu-HU" dirty="0">
                <a:latin typeface="+mj-lt"/>
                <a:cs typeface="Arial"/>
              </a:rPr>
              <a:t> CW9800L</a:t>
            </a:r>
          </a:p>
          <a:p>
            <a:r>
              <a:rPr lang="hu-HU" sz="2600" dirty="0">
                <a:latin typeface="+mj-lt"/>
                <a:cs typeface="Arial"/>
              </a:rPr>
              <a:t>Access</a:t>
            </a:r>
          </a:p>
          <a:p>
            <a:pPr lvl="1"/>
            <a:r>
              <a:rPr lang="hu-HU" dirty="0" err="1">
                <a:latin typeface="+mj-lt"/>
                <a:cs typeface="Arial"/>
              </a:rPr>
              <a:t>Catalyst</a:t>
            </a:r>
            <a:r>
              <a:rPr lang="hu-HU" dirty="0">
                <a:latin typeface="+mj-lt"/>
                <a:cs typeface="Arial"/>
              </a:rPr>
              <a:t> 9200L-24P-4X-M</a:t>
            </a:r>
          </a:p>
          <a:p>
            <a:pPr lvl="1"/>
            <a:r>
              <a:rPr lang="hu-HU" dirty="0" err="1">
                <a:latin typeface="+mj-lt"/>
                <a:cs typeface="Arial"/>
              </a:rPr>
              <a:t>Catalyst</a:t>
            </a:r>
            <a:r>
              <a:rPr lang="hu-HU" dirty="0">
                <a:latin typeface="+mj-lt"/>
                <a:cs typeface="Arial"/>
              </a:rPr>
              <a:t> 9130AXI-E</a:t>
            </a:r>
          </a:p>
          <a:p>
            <a:r>
              <a:rPr lang="hu-HU" sz="2600" dirty="0">
                <a:latin typeface="+mj-lt"/>
                <a:cs typeface="Arial"/>
              </a:rPr>
              <a:t>Közegek</a:t>
            </a:r>
            <a:endParaRPr lang="hu-HU" sz="2600" dirty="0">
              <a:latin typeface="+mj-lt"/>
            </a:endParaRPr>
          </a:p>
          <a:p>
            <a:pPr lvl="1"/>
            <a:r>
              <a:rPr lang="hu-HU" dirty="0" err="1">
                <a:latin typeface="+mj-lt"/>
                <a:cs typeface="Arial"/>
              </a:rPr>
              <a:t>Cat</a:t>
            </a:r>
            <a:r>
              <a:rPr lang="hu-HU" dirty="0">
                <a:latin typeface="+mj-lt"/>
                <a:cs typeface="Arial"/>
              </a:rPr>
              <a:t> 6a (Access)</a:t>
            </a:r>
            <a:endParaRPr lang="hu-HU" dirty="0">
              <a:latin typeface="+mj-lt"/>
            </a:endParaRPr>
          </a:p>
          <a:p>
            <a:pPr lvl="1"/>
            <a:r>
              <a:rPr lang="hu-HU" dirty="0">
                <a:latin typeface="+mj-lt"/>
                <a:cs typeface="Arial"/>
              </a:rPr>
              <a:t>OM4 optika (</a:t>
            </a:r>
            <a:r>
              <a:rPr lang="hu-HU" dirty="0" err="1">
                <a:latin typeface="+mj-lt"/>
                <a:cs typeface="Arial"/>
              </a:rPr>
              <a:t>Distribution-Distribution-Core</a:t>
            </a:r>
            <a:r>
              <a:rPr lang="hu-HU" dirty="0">
                <a:latin typeface="+mj-lt"/>
                <a:cs typeface="Arial"/>
              </a:rPr>
              <a:t>)</a:t>
            </a:r>
          </a:p>
          <a:p>
            <a:r>
              <a:rPr lang="hu-HU" sz="2600" dirty="0">
                <a:latin typeface="+mj-lt"/>
                <a:cs typeface="Arial"/>
              </a:rPr>
              <a:t>UPS</a:t>
            </a:r>
          </a:p>
          <a:p>
            <a:pPr lvl="1"/>
            <a:r>
              <a:rPr lang="hu-HU" sz="2200" dirty="0">
                <a:latin typeface="+mj-lt"/>
                <a:cs typeface="Arial"/>
              </a:rPr>
              <a:t>APC </a:t>
            </a:r>
            <a:r>
              <a:rPr lang="hu-HU" sz="2200" dirty="0" err="1">
                <a:latin typeface="+mj-lt"/>
                <a:cs typeface="Arial"/>
              </a:rPr>
              <a:t>Smart</a:t>
            </a:r>
            <a:r>
              <a:rPr lang="hu-HU" sz="2200" dirty="0">
                <a:latin typeface="+mj-lt"/>
                <a:cs typeface="Arial"/>
              </a:rPr>
              <a:t>-UPS Ultra On-Line 10KVA/10KW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A2BC0F-1F40-89FC-6771-81DA26FADD02}"/>
              </a:ext>
            </a:extLst>
          </p:cNvPr>
          <p:cNvGrpSpPr/>
          <p:nvPr/>
        </p:nvGrpSpPr>
        <p:grpSpPr>
          <a:xfrm>
            <a:off x="-9524" y="-3175"/>
            <a:ext cx="12039504" cy="6880482"/>
            <a:chOff x="-9524" y="-3175"/>
            <a:chExt cx="12039504" cy="688048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E08FC62-B85A-BDFF-B5FA-4B14C2959652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0"/>
              <a:ext cx="0" cy="21844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8AAABA5-9B5D-7632-EBD2-173DC5AECE92}"/>
                </a:ext>
              </a:extLst>
            </p:cNvPr>
            <p:cNvSpPr>
              <a:spLocks/>
            </p:cNvSpPr>
            <p:nvPr/>
          </p:nvSpPr>
          <p:spPr>
            <a:xfrm>
              <a:off x="43954" y="2186781"/>
              <a:ext cx="170853" cy="16827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7C543A1-63DD-C8B2-AF3F-C32C4C1F54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" y="1809750"/>
              <a:ext cx="107950" cy="114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02429C-A33C-41FC-AFAA-F8777953A928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1381125"/>
              <a:ext cx="134938" cy="1333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2E195A8-F90E-4144-4BB6-717BFAACFB73}"/>
                </a:ext>
              </a:extLst>
            </p:cNvPr>
            <p:cNvCxnSpPr>
              <a:cxnSpLocks/>
            </p:cNvCxnSpPr>
            <p:nvPr/>
          </p:nvCxnSpPr>
          <p:spPr>
            <a:xfrm>
              <a:off x="259557" y="1507332"/>
              <a:ext cx="0" cy="3428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25C0D3C-18F5-404E-F8AE-F84F6C991159}"/>
                </a:ext>
              </a:extLst>
            </p:cNvPr>
            <p:cNvSpPr>
              <a:spLocks/>
            </p:cNvSpPr>
            <p:nvPr/>
          </p:nvSpPr>
          <p:spPr>
            <a:xfrm>
              <a:off x="210048" y="1850231"/>
              <a:ext cx="102330" cy="1047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15CFF67-6636-4A72-B7D9-CA6F8261AC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047" y="0"/>
              <a:ext cx="3175" cy="9969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64405E3-04AF-2C08-777E-BDD91C95DA9E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210046" y="996950"/>
              <a:ext cx="352787" cy="81722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3E21B74-AD27-5136-CA2E-D671FA55A27B}"/>
                </a:ext>
              </a:extLst>
            </p:cNvPr>
            <p:cNvSpPr>
              <a:spLocks/>
            </p:cNvSpPr>
            <p:nvPr/>
          </p:nvSpPr>
          <p:spPr>
            <a:xfrm rot="1356171">
              <a:off x="507390" y="1809353"/>
              <a:ext cx="184544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AB0F947-57E9-2A60-F426-6F98D90D1E02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0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92201D8-B25A-B8F7-5899-E75B137898D2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618518"/>
              <a:ext cx="350639" cy="82928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20ECEE7-71C3-EB8D-5E4D-DB0FDC9E19C3}"/>
                </a:ext>
              </a:extLst>
            </p:cNvPr>
            <p:cNvCxnSpPr>
              <a:cxnSpLocks/>
            </p:cNvCxnSpPr>
            <p:nvPr/>
          </p:nvCxnSpPr>
          <p:spPr>
            <a:xfrm>
              <a:off x="682823" y="299735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786C35-D739-6B38-2176-7548990A090C}"/>
                </a:ext>
              </a:extLst>
            </p:cNvPr>
            <p:cNvCxnSpPr>
              <a:cxnSpLocks/>
            </p:cNvCxnSpPr>
            <p:nvPr/>
          </p:nvCxnSpPr>
          <p:spPr>
            <a:xfrm>
              <a:off x="559592" y="2381"/>
              <a:ext cx="127993" cy="30687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1F43247-B698-4067-DAD8-8F959A857888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406" y="1431553"/>
              <a:ext cx="180262" cy="17402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2E55C97-7040-7F14-7665-B2C7C75D6E66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293" y="908856"/>
              <a:ext cx="174285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9C944DB-97A4-025B-70A1-136DB27B5EF2}"/>
                </a:ext>
              </a:extLst>
            </p:cNvPr>
            <p:cNvSpPr>
              <a:spLocks/>
            </p:cNvSpPr>
            <p:nvPr/>
          </p:nvSpPr>
          <p:spPr>
            <a:xfrm>
              <a:off x="1027288" y="493733"/>
              <a:ext cx="146867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1070888-725C-075C-8573-D064109A00AF}"/>
                </a:ext>
              </a:extLst>
            </p:cNvPr>
            <p:cNvCxnSpPr>
              <a:cxnSpLocks/>
            </p:cNvCxnSpPr>
            <p:nvPr/>
          </p:nvCxnSpPr>
          <p:spPr>
            <a:xfrm>
              <a:off x="651569" y="2381"/>
              <a:ext cx="84237" cy="1976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2503D6-BBBC-2AF5-E37F-0D9430080179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735806" y="198116"/>
              <a:ext cx="312990" cy="31575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57920D4-54D1-94BC-080C-67A169959355}"/>
                </a:ext>
              </a:extLst>
            </p:cNvPr>
            <p:cNvCxnSpPr>
              <a:cxnSpLocks/>
            </p:cNvCxnSpPr>
            <p:nvPr/>
          </p:nvCxnSpPr>
          <p:spPr>
            <a:xfrm>
              <a:off x="-9524" y="3553619"/>
              <a:ext cx="142875" cy="1206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9F68EC0-CF77-7172-C50D-9E0501BF1A05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3669506"/>
              <a:ext cx="0" cy="3508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6B0351A-59F4-FF34-D5A4-6BB6F1D2E78B}"/>
                </a:ext>
              </a:extLst>
            </p:cNvPr>
            <p:cNvSpPr>
              <a:spLocks/>
            </p:cNvSpPr>
            <p:nvPr/>
          </p:nvSpPr>
          <p:spPr>
            <a:xfrm>
              <a:off x="39192" y="4020344"/>
              <a:ext cx="170853" cy="1682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B146631-6F28-CDEE-A128-DEA41C13B8E8}"/>
                </a:ext>
              </a:extLst>
            </p:cNvPr>
            <p:cNvCxnSpPr>
              <a:cxnSpLocks/>
            </p:cNvCxnSpPr>
            <p:nvPr/>
          </p:nvCxnSpPr>
          <p:spPr>
            <a:xfrm>
              <a:off x="146050" y="4657725"/>
              <a:ext cx="0" cy="22002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89A11D3-7DC3-F57F-BD70-B3E2C16131B5}"/>
                </a:ext>
              </a:extLst>
            </p:cNvPr>
            <p:cNvCxnSpPr>
              <a:cxnSpLocks/>
            </p:cNvCxnSpPr>
            <p:nvPr/>
          </p:nvCxnSpPr>
          <p:spPr>
            <a:xfrm>
              <a:off x="56653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F1170A4-8619-9D62-71EB-471D86F1812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29275"/>
              <a:ext cx="59828" cy="241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E0D42F3-DCE6-FD22-8822-167E596E28C3}"/>
                </a:ext>
              </a:extLst>
            </p:cNvPr>
            <p:cNvCxnSpPr>
              <a:cxnSpLocks/>
            </p:cNvCxnSpPr>
            <p:nvPr/>
          </p:nvCxnSpPr>
          <p:spPr>
            <a:xfrm>
              <a:off x="235247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3392049-E48F-B87D-6A8C-52D997D25A07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239416" y="5043822"/>
              <a:ext cx="337612" cy="8267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CC621C9-F18A-936A-4DDA-5ED1496D2218}"/>
                </a:ext>
              </a:extLst>
            </p:cNvPr>
            <p:cNvSpPr>
              <a:spLocks/>
            </p:cNvSpPr>
            <p:nvPr/>
          </p:nvSpPr>
          <p:spPr>
            <a:xfrm>
              <a:off x="523875" y="4862513"/>
              <a:ext cx="194067" cy="1952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31BE783-FFA0-0E59-7244-0AE065C748B7}"/>
                </a:ext>
              </a:extLst>
            </p:cNvPr>
            <p:cNvCxnSpPr>
              <a:cxnSpLocks/>
            </p:cNvCxnSpPr>
            <p:nvPr/>
          </p:nvCxnSpPr>
          <p:spPr>
            <a:xfrm>
              <a:off x="324283" y="6234113"/>
              <a:ext cx="0" cy="62388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E2BCC0B-F465-16BB-0CA6-F46E448E64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521" y="5414963"/>
              <a:ext cx="358540" cy="8381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A7B6B22-1207-5FC3-0DD9-29C6445ABC97}"/>
                </a:ext>
              </a:extLst>
            </p:cNvPr>
            <p:cNvSpPr>
              <a:spLocks/>
            </p:cNvSpPr>
            <p:nvPr/>
          </p:nvSpPr>
          <p:spPr>
            <a:xfrm>
              <a:off x="616255" y="5253037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3D970CC-2D8A-CCAB-FE5C-8A3ECAFA2D41}"/>
                </a:ext>
              </a:extLst>
            </p:cNvPr>
            <p:cNvSpPr>
              <a:spLocks/>
            </p:cNvSpPr>
            <p:nvPr/>
          </p:nvSpPr>
          <p:spPr>
            <a:xfrm rot="21421688">
              <a:off x="616255" y="5772150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A4D691A-94B6-4B50-749F-ACA6A561B99E}"/>
                </a:ext>
              </a:extLst>
            </p:cNvPr>
            <p:cNvSpPr>
              <a:spLocks/>
            </p:cNvSpPr>
            <p:nvPr/>
          </p:nvSpPr>
          <p:spPr>
            <a:xfrm rot="21437781">
              <a:off x="1053757" y="6226001"/>
              <a:ext cx="140676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3937C72-20C9-8B30-23F7-E12FB7DABF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250" y="6558265"/>
              <a:ext cx="128560" cy="29973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226D074-66A7-4A00-06A6-7729C0935A7A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707377" y="5948412"/>
              <a:ext cx="2625" cy="61461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56C6C2E-9AB7-3D58-D069-817320F31A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080" y="6662265"/>
              <a:ext cx="80776" cy="19811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E01B85E-C2F5-675F-F46D-9FE3B7F54C50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H="1">
              <a:off x="750094" y="6345650"/>
              <a:ext cx="326613" cy="3242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947D5C9-49EF-009A-D1E2-EE4B325E4E30}"/>
                </a:ext>
              </a:extLst>
            </p:cNvPr>
            <p:cNvSpPr>
              <a:spLocks/>
            </p:cNvSpPr>
            <p:nvPr/>
          </p:nvSpPr>
          <p:spPr>
            <a:xfrm>
              <a:off x="56653" y="4489449"/>
              <a:ext cx="175574" cy="1746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2CFEEEA-291D-A14E-22E7-F02F6FB8ABE2}"/>
                </a:ext>
              </a:extLst>
            </p:cNvPr>
            <p:cNvCxnSpPr>
              <a:cxnSpLocks/>
            </p:cNvCxnSpPr>
            <p:nvPr/>
          </p:nvCxnSpPr>
          <p:spPr>
            <a:xfrm>
              <a:off x="11455183" y="5602287"/>
              <a:ext cx="0" cy="127025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BD4254E-3D58-8342-49F9-870EF20213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52802" y="5321300"/>
              <a:ext cx="285173" cy="2921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E577F46-42F3-6F6D-5885-A936559AE4CC}"/>
                </a:ext>
              </a:extLst>
            </p:cNvPr>
            <p:cNvCxnSpPr>
              <a:cxnSpLocks/>
              <a:endCxn id="48" idx="4"/>
            </p:cNvCxnSpPr>
            <p:nvPr/>
          </p:nvCxnSpPr>
          <p:spPr>
            <a:xfrm flipV="1">
              <a:off x="11734869" y="5045598"/>
              <a:ext cx="1588" cy="2902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11A54F7-2C1A-8084-6788-A40C69664D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99" y="5688012"/>
              <a:ext cx="285173" cy="6576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C2A75E2-E1EA-5762-8948-37F2DCE0BB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45174" y="6327775"/>
              <a:ext cx="0" cy="5495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580B52C-B944-A750-122A-AC3511480B11}"/>
                </a:ext>
              </a:extLst>
            </p:cNvPr>
            <p:cNvCxnSpPr>
              <a:cxnSpLocks/>
            </p:cNvCxnSpPr>
            <p:nvPr/>
          </p:nvCxnSpPr>
          <p:spPr>
            <a:xfrm>
              <a:off x="11951277" y="6602541"/>
              <a:ext cx="0" cy="265241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7C9BD94-C095-F07B-A7C3-FE7B86AB3D59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8131" y="4879870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D3EEB65-E1E3-9A6F-26BF-78F38941FF39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780006" y="5556406"/>
              <a:ext cx="144574" cy="1428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E8B98D1-F113-FB2E-7718-BB7B1AE79DF6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861151" y="6432832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B061380-033C-33D4-CF08-79DED2953D4B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0314" y="1550812"/>
              <a:ext cx="176641" cy="165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FC84312-4381-40D3-B2EA-63C4C8097043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385673" y="484941"/>
              <a:ext cx="125029" cy="130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A7074FA-FD9D-BD0B-3236-CECB236218DD}"/>
                </a:ext>
              </a:extLst>
            </p:cNvPr>
            <p:cNvCxnSpPr>
              <a:cxnSpLocks/>
              <a:stCxn id="52" idx="7"/>
            </p:cNvCxnSpPr>
            <p:nvPr/>
          </p:nvCxnSpPr>
          <p:spPr>
            <a:xfrm flipV="1">
              <a:off x="11490163" y="176785"/>
              <a:ext cx="330596" cy="32526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755ADE0-8CB9-4AC9-5063-EF6039662B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7584" y="0"/>
              <a:ext cx="74974" cy="1799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9159997-89A0-4819-81B0-5A5FCA3AB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2843" y="-3175"/>
              <a:ext cx="0" cy="9981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BD8966F-CADE-D264-DA83-ED8BEC1A1B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4733" y="985415"/>
              <a:ext cx="278110" cy="2750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690B161-700E-769B-2125-308B075090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7841" y="1250595"/>
              <a:ext cx="0" cy="3060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2115920"/>
      </p:ext>
    </p:extLst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FB364D-7FD3-D676-8599-3484CD400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Szerverek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378FFDB-557B-360D-A940-D092080F6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/>
              <a:t>Mindkét</a:t>
            </a:r>
            <a:r>
              <a:rPr lang="en-US" dirty="0"/>
              <a:t>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Dell PowerEdge R770</a:t>
            </a:r>
          </a:p>
          <a:p>
            <a:r>
              <a:rPr lang="en-US" dirty="0" err="1"/>
              <a:t>Kliensek</a:t>
            </a:r>
            <a:r>
              <a:rPr lang="en-US" dirty="0"/>
              <a:t> Windows-t </a:t>
            </a:r>
            <a:r>
              <a:rPr lang="en-US" dirty="0" err="1"/>
              <a:t>futtatnak</a:t>
            </a:r>
            <a:endParaRPr lang="en-US" dirty="0"/>
          </a:p>
          <a:p>
            <a:r>
              <a:rPr lang="en-US" dirty="0" err="1"/>
              <a:t>Kezelhetőségért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Windows Server 2022 DC-t </a:t>
            </a:r>
            <a:r>
              <a:rPr lang="en-US" dirty="0" err="1"/>
              <a:t>konfiguráltunk</a:t>
            </a:r>
            <a:endParaRPr lang="en-US" dirty="0"/>
          </a:p>
          <a:p>
            <a:r>
              <a:rPr lang="en-US" dirty="0" err="1"/>
              <a:t>Ez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felelős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Címkönyvtárazásért</a:t>
            </a:r>
            <a:r>
              <a:rPr lang="en-US" dirty="0"/>
              <a:t> (Active Directory)</a:t>
            </a:r>
          </a:p>
          <a:p>
            <a:pPr lvl="1"/>
            <a:r>
              <a:rPr lang="en-US" dirty="0"/>
              <a:t>SMB </a:t>
            </a:r>
            <a:r>
              <a:rPr lang="en-US" dirty="0" err="1"/>
              <a:t>megosztásokért</a:t>
            </a:r>
            <a:endParaRPr lang="en-US" dirty="0"/>
          </a:p>
          <a:p>
            <a:pPr lvl="1"/>
            <a:r>
              <a:rPr lang="en-US" dirty="0"/>
              <a:t>PXE </a:t>
            </a:r>
            <a:r>
              <a:rPr lang="en-US" dirty="0" err="1"/>
              <a:t>bootolásért</a:t>
            </a:r>
            <a:r>
              <a:rPr lang="en-US" dirty="0"/>
              <a:t> (WDS)</a:t>
            </a:r>
          </a:p>
          <a:p>
            <a:pPr lvl="1"/>
            <a:r>
              <a:rPr lang="en-US" dirty="0" err="1"/>
              <a:t>Elsődleges</a:t>
            </a:r>
            <a:r>
              <a:rPr lang="en-US" dirty="0"/>
              <a:t> DHCP-</a:t>
            </a:r>
            <a:r>
              <a:rPr lang="en-US" dirty="0" err="1"/>
              <a:t>ért</a:t>
            </a:r>
            <a:endParaRPr lang="en-US" dirty="0"/>
          </a:p>
          <a:p>
            <a:pPr lvl="1"/>
            <a:r>
              <a:rPr lang="en-US" dirty="0"/>
              <a:t>DNS-</a:t>
            </a:r>
            <a:r>
              <a:rPr lang="en-US" dirty="0" err="1"/>
              <a:t>ért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BABBC8-7D02-A365-88AA-11586085B1C5}"/>
              </a:ext>
            </a:extLst>
          </p:cNvPr>
          <p:cNvGrpSpPr/>
          <p:nvPr/>
        </p:nvGrpSpPr>
        <p:grpSpPr>
          <a:xfrm>
            <a:off x="-9524" y="-3175"/>
            <a:ext cx="12039504" cy="6880482"/>
            <a:chOff x="-9524" y="-3175"/>
            <a:chExt cx="12039504" cy="688048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EA5DFAA-A715-6C95-DD07-F6ACA18E1EC4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0"/>
              <a:ext cx="0" cy="21844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B0DF523-8320-985D-0CE0-01B2F553A54F}"/>
                </a:ext>
              </a:extLst>
            </p:cNvPr>
            <p:cNvSpPr>
              <a:spLocks/>
            </p:cNvSpPr>
            <p:nvPr/>
          </p:nvSpPr>
          <p:spPr>
            <a:xfrm>
              <a:off x="43954" y="2186781"/>
              <a:ext cx="170853" cy="16827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96B6905-1952-6F49-9DDD-9A2DF7ECE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" y="1809750"/>
              <a:ext cx="107950" cy="114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AF43805-2CFA-912B-065A-930E73AEACA3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1381125"/>
              <a:ext cx="134938" cy="1333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78CE97C-1195-88D6-7236-BD7187078EAE}"/>
                </a:ext>
              </a:extLst>
            </p:cNvPr>
            <p:cNvCxnSpPr>
              <a:cxnSpLocks/>
            </p:cNvCxnSpPr>
            <p:nvPr/>
          </p:nvCxnSpPr>
          <p:spPr>
            <a:xfrm>
              <a:off x="259557" y="1507332"/>
              <a:ext cx="0" cy="3428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6E08357-BF71-3457-7300-58AC7787A8F8}"/>
                </a:ext>
              </a:extLst>
            </p:cNvPr>
            <p:cNvSpPr>
              <a:spLocks/>
            </p:cNvSpPr>
            <p:nvPr/>
          </p:nvSpPr>
          <p:spPr>
            <a:xfrm>
              <a:off x="210048" y="1850231"/>
              <a:ext cx="102330" cy="1047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64197F0-019C-C37C-4469-117E73D5E6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047" y="0"/>
              <a:ext cx="3175" cy="9969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3A2E454-7D93-BCC3-6A31-49F4BF09E625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210046" y="996950"/>
              <a:ext cx="352787" cy="81722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47DAEC0-103F-9FEC-19EF-3DCFE4171A85}"/>
                </a:ext>
              </a:extLst>
            </p:cNvPr>
            <p:cNvSpPr>
              <a:spLocks/>
            </p:cNvSpPr>
            <p:nvPr/>
          </p:nvSpPr>
          <p:spPr>
            <a:xfrm rot="1356171">
              <a:off x="507390" y="1809353"/>
              <a:ext cx="184544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2C1C93C-A0BA-DF75-2B5A-4ED13D8CF476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0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65F05F7-E8DE-45D1-69E1-8A33715D97B8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618518"/>
              <a:ext cx="350639" cy="82928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1FF8B84-88F3-DD53-7A7F-16D62118D0EB}"/>
                </a:ext>
              </a:extLst>
            </p:cNvPr>
            <p:cNvCxnSpPr>
              <a:cxnSpLocks/>
            </p:cNvCxnSpPr>
            <p:nvPr/>
          </p:nvCxnSpPr>
          <p:spPr>
            <a:xfrm>
              <a:off x="682823" y="299735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B5D0439-0AA7-1CA3-AA5C-E4AB34BF31D7}"/>
                </a:ext>
              </a:extLst>
            </p:cNvPr>
            <p:cNvCxnSpPr>
              <a:cxnSpLocks/>
            </p:cNvCxnSpPr>
            <p:nvPr/>
          </p:nvCxnSpPr>
          <p:spPr>
            <a:xfrm>
              <a:off x="559592" y="2381"/>
              <a:ext cx="127993" cy="30687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C3CA518-BF20-7D22-DB52-D81A71CC1DBD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406" y="1431553"/>
              <a:ext cx="180262" cy="17402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6FC08D9-D647-E0D0-0122-59AEDD6155B0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293" y="908856"/>
              <a:ext cx="174285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8862B44-62F6-A119-0D62-B6BD2A4E6959}"/>
                </a:ext>
              </a:extLst>
            </p:cNvPr>
            <p:cNvSpPr>
              <a:spLocks/>
            </p:cNvSpPr>
            <p:nvPr/>
          </p:nvSpPr>
          <p:spPr>
            <a:xfrm>
              <a:off x="1027288" y="493733"/>
              <a:ext cx="146867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1BC1279-057B-026C-EFCF-0F1D512B982E}"/>
                </a:ext>
              </a:extLst>
            </p:cNvPr>
            <p:cNvCxnSpPr>
              <a:cxnSpLocks/>
            </p:cNvCxnSpPr>
            <p:nvPr/>
          </p:nvCxnSpPr>
          <p:spPr>
            <a:xfrm>
              <a:off x="651569" y="2381"/>
              <a:ext cx="84237" cy="1976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E0A6739-ECC5-0B59-F027-2DB6A5501D66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735806" y="198116"/>
              <a:ext cx="312990" cy="31575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A3FC1CB-9BF1-717E-B89C-352E7B370AC3}"/>
                </a:ext>
              </a:extLst>
            </p:cNvPr>
            <p:cNvCxnSpPr>
              <a:cxnSpLocks/>
            </p:cNvCxnSpPr>
            <p:nvPr/>
          </p:nvCxnSpPr>
          <p:spPr>
            <a:xfrm>
              <a:off x="-9524" y="3553619"/>
              <a:ext cx="142875" cy="1206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EE28A98-D4E3-E29E-9CC4-0649C2EFB737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3669506"/>
              <a:ext cx="0" cy="3508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D92C975-094B-B67B-0C7C-A6ABA8869448}"/>
                </a:ext>
              </a:extLst>
            </p:cNvPr>
            <p:cNvSpPr>
              <a:spLocks/>
            </p:cNvSpPr>
            <p:nvPr/>
          </p:nvSpPr>
          <p:spPr>
            <a:xfrm>
              <a:off x="39192" y="4020344"/>
              <a:ext cx="170853" cy="1682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2B1C043-F680-9C11-EE11-E24E5E563150}"/>
                </a:ext>
              </a:extLst>
            </p:cNvPr>
            <p:cNvCxnSpPr>
              <a:cxnSpLocks/>
            </p:cNvCxnSpPr>
            <p:nvPr/>
          </p:nvCxnSpPr>
          <p:spPr>
            <a:xfrm>
              <a:off x="146050" y="4657725"/>
              <a:ext cx="0" cy="22002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EBD2002-B3D2-4273-EF49-416C376266A5}"/>
                </a:ext>
              </a:extLst>
            </p:cNvPr>
            <p:cNvCxnSpPr>
              <a:cxnSpLocks/>
            </p:cNvCxnSpPr>
            <p:nvPr/>
          </p:nvCxnSpPr>
          <p:spPr>
            <a:xfrm>
              <a:off x="56653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F07F6F3-3C74-FECE-4680-F14A7222CB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29275"/>
              <a:ext cx="59828" cy="241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07E783C-69CF-8C0F-58D1-DEB057A20000}"/>
                </a:ext>
              </a:extLst>
            </p:cNvPr>
            <p:cNvCxnSpPr>
              <a:cxnSpLocks/>
            </p:cNvCxnSpPr>
            <p:nvPr/>
          </p:nvCxnSpPr>
          <p:spPr>
            <a:xfrm>
              <a:off x="235247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2E86F63-00E3-DB60-CE34-2060D13182AA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239416" y="5043822"/>
              <a:ext cx="337612" cy="8267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269F82C-304A-4127-8684-ABEBA21A1C30}"/>
                </a:ext>
              </a:extLst>
            </p:cNvPr>
            <p:cNvSpPr>
              <a:spLocks/>
            </p:cNvSpPr>
            <p:nvPr/>
          </p:nvSpPr>
          <p:spPr>
            <a:xfrm>
              <a:off x="523875" y="4862513"/>
              <a:ext cx="194067" cy="1952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59C1ADC-E851-21FA-BBC5-938E5E9B07E0}"/>
                </a:ext>
              </a:extLst>
            </p:cNvPr>
            <p:cNvCxnSpPr>
              <a:cxnSpLocks/>
            </p:cNvCxnSpPr>
            <p:nvPr/>
          </p:nvCxnSpPr>
          <p:spPr>
            <a:xfrm>
              <a:off x="324283" y="6234113"/>
              <a:ext cx="0" cy="62388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50DFFEF-CAF7-BE34-0C76-A79CAF138F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521" y="5414963"/>
              <a:ext cx="358540" cy="8381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69BD8DC-17FD-5391-05AF-4CAEAB5FAF84}"/>
                </a:ext>
              </a:extLst>
            </p:cNvPr>
            <p:cNvSpPr>
              <a:spLocks/>
            </p:cNvSpPr>
            <p:nvPr/>
          </p:nvSpPr>
          <p:spPr>
            <a:xfrm>
              <a:off x="616255" y="5253037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6609082-CDF5-FD2C-6DE6-97606A4BC1D1}"/>
                </a:ext>
              </a:extLst>
            </p:cNvPr>
            <p:cNvSpPr>
              <a:spLocks/>
            </p:cNvSpPr>
            <p:nvPr/>
          </p:nvSpPr>
          <p:spPr>
            <a:xfrm rot="21421688">
              <a:off x="616255" y="5772150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E5EEE84-7E2B-0F7D-6CE2-7F591AB18A59}"/>
                </a:ext>
              </a:extLst>
            </p:cNvPr>
            <p:cNvSpPr>
              <a:spLocks/>
            </p:cNvSpPr>
            <p:nvPr/>
          </p:nvSpPr>
          <p:spPr>
            <a:xfrm rot="21437781">
              <a:off x="1053757" y="6226001"/>
              <a:ext cx="140676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C0DD99-C908-C0E6-DCC8-F21CC8F1FE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250" y="6558265"/>
              <a:ext cx="128560" cy="29973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37C6094-E327-36EA-7199-28C6100D3557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707377" y="5948412"/>
              <a:ext cx="2625" cy="61461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746D5B6-C261-9A91-724B-8047F1F220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080" y="6662265"/>
              <a:ext cx="80776" cy="19811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DC83961-EF77-F5E2-1702-91BB83784832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H="1">
              <a:off x="750094" y="6345650"/>
              <a:ext cx="326613" cy="3242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4321021-1804-619B-3D6C-AD376C1A2B7F}"/>
                </a:ext>
              </a:extLst>
            </p:cNvPr>
            <p:cNvSpPr>
              <a:spLocks/>
            </p:cNvSpPr>
            <p:nvPr/>
          </p:nvSpPr>
          <p:spPr>
            <a:xfrm>
              <a:off x="56653" y="4489449"/>
              <a:ext cx="175574" cy="1746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4DA4134-6C88-90D3-A2B2-018EF7F52568}"/>
                </a:ext>
              </a:extLst>
            </p:cNvPr>
            <p:cNvCxnSpPr>
              <a:cxnSpLocks/>
            </p:cNvCxnSpPr>
            <p:nvPr/>
          </p:nvCxnSpPr>
          <p:spPr>
            <a:xfrm>
              <a:off x="11455183" y="5602287"/>
              <a:ext cx="0" cy="127025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E72C5E6-2308-08EB-E7B5-B21144D1B1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52802" y="5321300"/>
              <a:ext cx="285173" cy="2921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24737CD-8D46-1D39-8F20-160BDF08CC6F}"/>
                </a:ext>
              </a:extLst>
            </p:cNvPr>
            <p:cNvCxnSpPr>
              <a:cxnSpLocks/>
              <a:endCxn id="48" idx="4"/>
            </p:cNvCxnSpPr>
            <p:nvPr/>
          </p:nvCxnSpPr>
          <p:spPr>
            <a:xfrm flipV="1">
              <a:off x="11734869" y="5045598"/>
              <a:ext cx="1588" cy="2902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F2B7ED4-CDBF-80B7-9CD8-AABD670940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99" y="5688012"/>
              <a:ext cx="285173" cy="6576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7351CA0-98AA-C595-3D3E-EB9135013772}"/>
                </a:ext>
              </a:extLst>
            </p:cNvPr>
            <p:cNvCxnSpPr>
              <a:cxnSpLocks/>
            </p:cNvCxnSpPr>
            <p:nvPr/>
          </p:nvCxnSpPr>
          <p:spPr>
            <a:xfrm>
              <a:off x="11545174" y="6327775"/>
              <a:ext cx="0" cy="5495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696C595-FD77-0CEE-23DB-E3128BEF478B}"/>
                </a:ext>
              </a:extLst>
            </p:cNvPr>
            <p:cNvCxnSpPr>
              <a:cxnSpLocks/>
            </p:cNvCxnSpPr>
            <p:nvPr/>
          </p:nvCxnSpPr>
          <p:spPr>
            <a:xfrm>
              <a:off x="11951277" y="6602541"/>
              <a:ext cx="0" cy="265241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9BC5AA5-56B4-2AC1-81FB-59D3873CDBB1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8131" y="4879870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55B1B87-A2A6-8D97-C48D-245AA024A5F7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780006" y="5556406"/>
              <a:ext cx="144574" cy="1428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0487C92-B6AC-4F10-4E05-ADFB35B52AC9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861151" y="6432832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ED84A3F-FFD3-99C4-4B50-6868CE1FA668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0314" y="1550812"/>
              <a:ext cx="176641" cy="165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A1F1986-C98C-4310-D05B-4FFFDF2D3801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385673" y="484941"/>
              <a:ext cx="125029" cy="130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EE52B44-07CA-BB85-A047-11CD176DE223}"/>
                </a:ext>
              </a:extLst>
            </p:cNvPr>
            <p:cNvCxnSpPr>
              <a:cxnSpLocks/>
              <a:stCxn id="52" idx="7"/>
            </p:cNvCxnSpPr>
            <p:nvPr/>
          </p:nvCxnSpPr>
          <p:spPr>
            <a:xfrm flipV="1">
              <a:off x="11490163" y="176785"/>
              <a:ext cx="330596" cy="32526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45FD5AB-90FB-B5EA-D475-C292E5106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7584" y="0"/>
              <a:ext cx="74974" cy="1799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5946C23-ABED-174C-1594-237236343D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2843" y="-3175"/>
              <a:ext cx="0" cy="9981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60F84C9-2BBC-1E83-20D6-F28AF7A014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4733" y="985415"/>
              <a:ext cx="278110" cy="2750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5C39E23-0469-3980-AA0E-1E9EC70AE6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7841" y="1250595"/>
              <a:ext cx="0" cy="3060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131079"/>
      </p:ext>
    </p:extLst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A0CC31-1B90-723B-DE5E-FF5E4895C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Szerverek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BFE681-9EC4-75DD-024B-247EFF51E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Ubuntu Server 24.04 LTS</a:t>
            </a:r>
          </a:p>
          <a:p>
            <a:r>
              <a:rPr lang="en-US" dirty="0" err="1"/>
              <a:t>Ez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felelős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Egyetemi</a:t>
            </a:r>
            <a:r>
              <a:rPr lang="en-US" dirty="0"/>
              <a:t> </a:t>
            </a:r>
            <a:r>
              <a:rPr lang="en-US" dirty="0" err="1"/>
              <a:t>weboldal</a:t>
            </a:r>
            <a:r>
              <a:rPr lang="en-US" dirty="0"/>
              <a:t> </a:t>
            </a:r>
            <a:r>
              <a:rPr lang="en-US" dirty="0" err="1"/>
              <a:t>hosztolásáért</a:t>
            </a:r>
            <a:endParaRPr lang="en-US" dirty="0"/>
          </a:p>
          <a:p>
            <a:pPr lvl="2"/>
            <a:r>
              <a:rPr lang="en-US" dirty="0"/>
              <a:t>K8S load-</a:t>
            </a:r>
            <a:r>
              <a:rPr lang="en-US" dirty="0" err="1"/>
              <a:t>balancingért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automatikus</a:t>
            </a:r>
            <a:r>
              <a:rPr lang="en-US" dirty="0"/>
              <a:t> </a:t>
            </a:r>
            <a:r>
              <a:rPr lang="en-US" dirty="0" err="1"/>
              <a:t>skálázásért</a:t>
            </a:r>
            <a:endParaRPr lang="en-US" dirty="0"/>
          </a:p>
          <a:p>
            <a:pPr lvl="1"/>
            <a:r>
              <a:rPr lang="en-US" dirty="0" err="1"/>
              <a:t>Másodlagos</a:t>
            </a:r>
            <a:r>
              <a:rPr lang="en-US" dirty="0"/>
              <a:t> DHCP </a:t>
            </a:r>
            <a:r>
              <a:rPr lang="en-US" dirty="0" err="1"/>
              <a:t>szerver</a:t>
            </a:r>
            <a:r>
              <a:rPr lang="en-US" dirty="0"/>
              <a:t>, ha </a:t>
            </a:r>
            <a:r>
              <a:rPr lang="en-US" dirty="0" err="1"/>
              <a:t>működésképtelenné</a:t>
            </a:r>
            <a:r>
              <a:rPr lang="en-US" dirty="0"/>
              <a:t> </a:t>
            </a:r>
            <a:r>
              <a:rPr lang="en-US" dirty="0" err="1"/>
              <a:t>válna</a:t>
            </a:r>
            <a:r>
              <a:rPr lang="en-US" dirty="0"/>
              <a:t> a Windows Server-t </a:t>
            </a:r>
            <a:r>
              <a:rPr lang="en-US" dirty="0" err="1"/>
              <a:t>futtató</a:t>
            </a:r>
            <a:r>
              <a:rPr lang="en-US" dirty="0"/>
              <a:t> </a:t>
            </a:r>
            <a:r>
              <a:rPr lang="en-US" dirty="0" err="1"/>
              <a:t>szerver</a:t>
            </a:r>
            <a:endParaRPr lang="en-US" dirty="0"/>
          </a:p>
          <a:p>
            <a:pPr lvl="1"/>
            <a:r>
              <a:rPr lang="en-US" dirty="0"/>
              <a:t>SMB </a:t>
            </a:r>
            <a:r>
              <a:rPr lang="en-US" dirty="0" err="1"/>
              <a:t>megosztásért</a:t>
            </a:r>
            <a:endParaRPr lang="en-US" dirty="0"/>
          </a:p>
          <a:p>
            <a:pPr lvl="2"/>
            <a:r>
              <a:rPr lang="en-US" dirty="0"/>
              <a:t>Windows Server </a:t>
            </a:r>
            <a:r>
              <a:rPr lang="en-US" dirty="0" err="1"/>
              <a:t>biztonsági</a:t>
            </a:r>
            <a:r>
              <a:rPr lang="en-US" dirty="0"/>
              <a:t> </a:t>
            </a:r>
            <a:r>
              <a:rPr lang="en-US" dirty="0" err="1"/>
              <a:t>mentéséért</a:t>
            </a:r>
            <a:endParaRPr lang="hu-H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2B0FA86-F2ED-1B30-5805-230B1304ABCC}"/>
              </a:ext>
            </a:extLst>
          </p:cNvPr>
          <p:cNvGrpSpPr/>
          <p:nvPr/>
        </p:nvGrpSpPr>
        <p:grpSpPr>
          <a:xfrm>
            <a:off x="-9524" y="-3175"/>
            <a:ext cx="12039504" cy="6880482"/>
            <a:chOff x="-9524" y="-3175"/>
            <a:chExt cx="12039504" cy="688048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B965996-0F8D-129D-D6F6-31AF4A42FB8D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0"/>
              <a:ext cx="0" cy="21844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487D437-C0E8-47B9-2700-DEF06A330E75}"/>
                </a:ext>
              </a:extLst>
            </p:cNvPr>
            <p:cNvSpPr>
              <a:spLocks/>
            </p:cNvSpPr>
            <p:nvPr/>
          </p:nvSpPr>
          <p:spPr>
            <a:xfrm>
              <a:off x="43954" y="2186781"/>
              <a:ext cx="170853" cy="16827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B77C6C4-022A-54ED-C8B9-FB5EA47638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" y="1809750"/>
              <a:ext cx="107950" cy="114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D33451-E0DE-9CED-FD38-D610F42B6B80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1381125"/>
              <a:ext cx="134938" cy="1333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DF4DC4-E983-1A96-8820-6815CD28E238}"/>
                </a:ext>
              </a:extLst>
            </p:cNvPr>
            <p:cNvCxnSpPr>
              <a:cxnSpLocks/>
            </p:cNvCxnSpPr>
            <p:nvPr/>
          </p:nvCxnSpPr>
          <p:spPr>
            <a:xfrm>
              <a:off x="259557" y="1507332"/>
              <a:ext cx="0" cy="3428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F4F1F7F-8375-790A-6503-2CE18A845F03}"/>
                </a:ext>
              </a:extLst>
            </p:cNvPr>
            <p:cNvSpPr>
              <a:spLocks/>
            </p:cNvSpPr>
            <p:nvPr/>
          </p:nvSpPr>
          <p:spPr>
            <a:xfrm>
              <a:off x="210048" y="1850231"/>
              <a:ext cx="102330" cy="1047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E1D8369-88EF-068E-85E0-928E345697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047" y="0"/>
              <a:ext cx="3175" cy="9969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792229E-49A2-8D08-151C-5EC9B7FCCB49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210046" y="996950"/>
              <a:ext cx="352787" cy="81722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E64EF53-E2B9-813A-7D3C-AB1B9E132F4C}"/>
                </a:ext>
              </a:extLst>
            </p:cNvPr>
            <p:cNvSpPr>
              <a:spLocks/>
            </p:cNvSpPr>
            <p:nvPr/>
          </p:nvSpPr>
          <p:spPr>
            <a:xfrm rot="1356171">
              <a:off x="507390" y="1809353"/>
              <a:ext cx="184544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D95DC4-A249-5EA7-6DEA-9A42FE34F6E6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0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5A24A0D-848C-D555-9D7F-CE61D9A3CCE6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618518"/>
              <a:ext cx="350639" cy="82928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A72B722-C434-D259-A6A5-82DA5BEBD26C}"/>
                </a:ext>
              </a:extLst>
            </p:cNvPr>
            <p:cNvCxnSpPr>
              <a:cxnSpLocks/>
            </p:cNvCxnSpPr>
            <p:nvPr/>
          </p:nvCxnSpPr>
          <p:spPr>
            <a:xfrm>
              <a:off x="682823" y="299735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5AA3DBE-EEC4-9DB9-17F6-E610FC5FAA10}"/>
                </a:ext>
              </a:extLst>
            </p:cNvPr>
            <p:cNvCxnSpPr>
              <a:cxnSpLocks/>
            </p:cNvCxnSpPr>
            <p:nvPr/>
          </p:nvCxnSpPr>
          <p:spPr>
            <a:xfrm>
              <a:off x="559592" y="2381"/>
              <a:ext cx="127993" cy="30687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FC79C70-044E-C136-C97E-E9225FCA7C57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406" y="1431553"/>
              <a:ext cx="180262" cy="17402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B573FE7-49DE-5487-3C86-FF54D16ED010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293" y="908856"/>
              <a:ext cx="174285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3E7ED8D-F588-CBE5-56CB-B460F568B3C7}"/>
                </a:ext>
              </a:extLst>
            </p:cNvPr>
            <p:cNvSpPr>
              <a:spLocks/>
            </p:cNvSpPr>
            <p:nvPr/>
          </p:nvSpPr>
          <p:spPr>
            <a:xfrm>
              <a:off x="1027288" y="493733"/>
              <a:ext cx="146867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1BE916D-94D5-C35A-BF51-003C0229F170}"/>
                </a:ext>
              </a:extLst>
            </p:cNvPr>
            <p:cNvCxnSpPr>
              <a:cxnSpLocks/>
            </p:cNvCxnSpPr>
            <p:nvPr/>
          </p:nvCxnSpPr>
          <p:spPr>
            <a:xfrm>
              <a:off x="651569" y="2381"/>
              <a:ext cx="84237" cy="1976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09F1444-E786-F2E8-D47C-ACDABC25909E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735806" y="198116"/>
              <a:ext cx="312990" cy="31575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02578A2-B888-4733-309F-B18D4852E053}"/>
                </a:ext>
              </a:extLst>
            </p:cNvPr>
            <p:cNvCxnSpPr>
              <a:cxnSpLocks/>
            </p:cNvCxnSpPr>
            <p:nvPr/>
          </p:nvCxnSpPr>
          <p:spPr>
            <a:xfrm>
              <a:off x="-9524" y="3553619"/>
              <a:ext cx="142875" cy="1206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37A5ECA-B1F2-17A9-DE40-DD92297B2854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3669506"/>
              <a:ext cx="0" cy="3508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FA239D0-7E23-C786-A1E0-851FB2211DDF}"/>
                </a:ext>
              </a:extLst>
            </p:cNvPr>
            <p:cNvSpPr>
              <a:spLocks/>
            </p:cNvSpPr>
            <p:nvPr/>
          </p:nvSpPr>
          <p:spPr>
            <a:xfrm>
              <a:off x="39192" y="4020344"/>
              <a:ext cx="170853" cy="1682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2A871-09DD-57C4-B46E-EA10A04EB49F}"/>
                </a:ext>
              </a:extLst>
            </p:cNvPr>
            <p:cNvCxnSpPr>
              <a:cxnSpLocks/>
            </p:cNvCxnSpPr>
            <p:nvPr/>
          </p:nvCxnSpPr>
          <p:spPr>
            <a:xfrm>
              <a:off x="146050" y="4657725"/>
              <a:ext cx="0" cy="22002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D4B4486-43EB-DC06-28DF-DE7E92EE94CF}"/>
                </a:ext>
              </a:extLst>
            </p:cNvPr>
            <p:cNvCxnSpPr>
              <a:cxnSpLocks/>
            </p:cNvCxnSpPr>
            <p:nvPr/>
          </p:nvCxnSpPr>
          <p:spPr>
            <a:xfrm>
              <a:off x="56653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3457A28-4C88-EAF6-490D-AF07C21EA3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29275"/>
              <a:ext cx="59828" cy="241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1C81413-B841-2E92-60DA-D8B1DE5E04DA}"/>
                </a:ext>
              </a:extLst>
            </p:cNvPr>
            <p:cNvCxnSpPr>
              <a:cxnSpLocks/>
            </p:cNvCxnSpPr>
            <p:nvPr/>
          </p:nvCxnSpPr>
          <p:spPr>
            <a:xfrm>
              <a:off x="235247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F93F7AF-D955-6CFB-2842-7B12A4E461B9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239416" y="5043822"/>
              <a:ext cx="337612" cy="8267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22BFF48-4DFC-71CB-7751-431ED29B6E04}"/>
                </a:ext>
              </a:extLst>
            </p:cNvPr>
            <p:cNvSpPr>
              <a:spLocks/>
            </p:cNvSpPr>
            <p:nvPr/>
          </p:nvSpPr>
          <p:spPr>
            <a:xfrm>
              <a:off x="523875" y="4862513"/>
              <a:ext cx="194067" cy="1952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342944B-6A99-B8C3-8CEA-8EF8E1DC7FB8}"/>
                </a:ext>
              </a:extLst>
            </p:cNvPr>
            <p:cNvCxnSpPr>
              <a:cxnSpLocks/>
            </p:cNvCxnSpPr>
            <p:nvPr/>
          </p:nvCxnSpPr>
          <p:spPr>
            <a:xfrm>
              <a:off x="324283" y="6234113"/>
              <a:ext cx="0" cy="62388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254D874-0B9B-82F3-8813-8A281E16BB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521" y="5414963"/>
              <a:ext cx="358540" cy="8381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0861332-8078-6DE0-3829-39A2A2087C78}"/>
                </a:ext>
              </a:extLst>
            </p:cNvPr>
            <p:cNvSpPr>
              <a:spLocks/>
            </p:cNvSpPr>
            <p:nvPr/>
          </p:nvSpPr>
          <p:spPr>
            <a:xfrm>
              <a:off x="616255" y="5253037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CD4B514-8B8D-DED0-CE1E-C0B824664693}"/>
                </a:ext>
              </a:extLst>
            </p:cNvPr>
            <p:cNvSpPr>
              <a:spLocks/>
            </p:cNvSpPr>
            <p:nvPr/>
          </p:nvSpPr>
          <p:spPr>
            <a:xfrm rot="21421688">
              <a:off x="616255" y="5772150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D25FAAD-A4E4-1F3A-3DD9-32FFA3AB88E1}"/>
                </a:ext>
              </a:extLst>
            </p:cNvPr>
            <p:cNvSpPr>
              <a:spLocks/>
            </p:cNvSpPr>
            <p:nvPr/>
          </p:nvSpPr>
          <p:spPr>
            <a:xfrm rot="21437781">
              <a:off x="1053757" y="6226001"/>
              <a:ext cx="140676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6BAF8C6-5AB6-51EF-83D4-E193D647E6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250" y="6558265"/>
              <a:ext cx="128560" cy="29973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19BE57E-EA1F-F97F-836F-D6ED5795381E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707377" y="5948412"/>
              <a:ext cx="2625" cy="61461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D9AE58C-AF74-EFE6-E70F-178ED01BEC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080" y="6662265"/>
              <a:ext cx="80776" cy="19811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83B2D6-4CCA-7CA3-ED54-B67845FAFC25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H="1">
              <a:off x="750094" y="6345650"/>
              <a:ext cx="326613" cy="3242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3714663-1654-E353-DDC7-FF35C917C5C0}"/>
                </a:ext>
              </a:extLst>
            </p:cNvPr>
            <p:cNvSpPr>
              <a:spLocks/>
            </p:cNvSpPr>
            <p:nvPr/>
          </p:nvSpPr>
          <p:spPr>
            <a:xfrm>
              <a:off x="56653" y="4489449"/>
              <a:ext cx="175574" cy="1746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CE79D49-C72E-EF96-415B-51DAE7E0FF6F}"/>
                </a:ext>
              </a:extLst>
            </p:cNvPr>
            <p:cNvCxnSpPr>
              <a:cxnSpLocks/>
            </p:cNvCxnSpPr>
            <p:nvPr/>
          </p:nvCxnSpPr>
          <p:spPr>
            <a:xfrm>
              <a:off x="11455183" y="5602287"/>
              <a:ext cx="0" cy="127025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77105CB-0A1C-0414-AE48-1E8964CEEC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52802" y="5321300"/>
              <a:ext cx="285173" cy="2921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0CD176E-4C77-7834-817B-3EAB14F931ED}"/>
                </a:ext>
              </a:extLst>
            </p:cNvPr>
            <p:cNvCxnSpPr>
              <a:cxnSpLocks/>
              <a:endCxn id="48" idx="4"/>
            </p:cNvCxnSpPr>
            <p:nvPr/>
          </p:nvCxnSpPr>
          <p:spPr>
            <a:xfrm flipV="1">
              <a:off x="11734869" y="5045598"/>
              <a:ext cx="1588" cy="2902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1855D3E-9DE7-EB6E-500F-A014993A37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99" y="5688012"/>
              <a:ext cx="285173" cy="6576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2CA1ABE-032B-C1FA-57AB-485314E99DF1}"/>
                </a:ext>
              </a:extLst>
            </p:cNvPr>
            <p:cNvCxnSpPr>
              <a:cxnSpLocks/>
            </p:cNvCxnSpPr>
            <p:nvPr/>
          </p:nvCxnSpPr>
          <p:spPr>
            <a:xfrm>
              <a:off x="11545174" y="6327775"/>
              <a:ext cx="0" cy="5495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B361FC2-0DCC-37D7-0972-35EE75821901}"/>
                </a:ext>
              </a:extLst>
            </p:cNvPr>
            <p:cNvCxnSpPr>
              <a:cxnSpLocks/>
            </p:cNvCxnSpPr>
            <p:nvPr/>
          </p:nvCxnSpPr>
          <p:spPr>
            <a:xfrm>
              <a:off x="11951277" y="6602541"/>
              <a:ext cx="0" cy="265241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1249104-E8D1-044F-FFA4-1F47A4C7CB5B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8131" y="4879870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2BF9790-8130-C971-236F-6BB5660701AE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780006" y="5556406"/>
              <a:ext cx="144574" cy="1428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057402B-5BB5-9C54-A7A4-FE19427706C1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861151" y="6432832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EB03185-1606-8561-3F53-2E605200A62C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0314" y="1550812"/>
              <a:ext cx="176641" cy="165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F754006-70F7-EA27-473A-886711E9BCD0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385673" y="484941"/>
              <a:ext cx="125029" cy="130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3E78AA1-10CE-A5D6-F4EB-EF76DF62FB26}"/>
                </a:ext>
              </a:extLst>
            </p:cNvPr>
            <p:cNvCxnSpPr>
              <a:cxnSpLocks/>
              <a:stCxn id="52" idx="7"/>
            </p:cNvCxnSpPr>
            <p:nvPr/>
          </p:nvCxnSpPr>
          <p:spPr>
            <a:xfrm flipV="1">
              <a:off x="11490163" y="176785"/>
              <a:ext cx="330596" cy="32526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5BE2B5D-F591-CF64-3AFD-8213B4DA14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7584" y="0"/>
              <a:ext cx="74974" cy="1799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6D2B544-7A16-4E72-D43D-B2A3752F90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2843" y="-3175"/>
              <a:ext cx="0" cy="9981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24DA25A-98CD-0CD4-20E0-42012D0BF6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4733" y="985415"/>
              <a:ext cx="278110" cy="2750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88CD246-0539-1A6E-15B0-7FE39FEDA3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7841" y="1250595"/>
              <a:ext cx="0" cy="3060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0132711"/>
      </p:ext>
    </p:extLst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6EBC4A-6980-3549-9CF9-6758938C6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Topológia</a:t>
            </a:r>
            <a:r>
              <a:rPr lang="en-US" dirty="0"/>
              <a:t> | </a:t>
            </a:r>
            <a:r>
              <a:rPr lang="en-US" dirty="0" err="1"/>
              <a:t>Általánosságok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4DC3DC-0D4B-4694-5859-D178A7662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7485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+mj-lt"/>
              </a:rPr>
              <a:t>Hub-and-Spoke </a:t>
            </a:r>
            <a:r>
              <a:rPr lang="en-US" dirty="0" err="1">
                <a:latin typeface="+mj-lt"/>
              </a:rPr>
              <a:t>topológia</a:t>
            </a:r>
            <a:endParaRPr lang="en-US" dirty="0">
              <a:latin typeface="+mj-lt"/>
            </a:endParaRPr>
          </a:p>
          <a:p>
            <a:r>
              <a:rPr lang="hu-HU" dirty="0">
                <a:latin typeface="+mj-lt"/>
                <a:cs typeface="Arial"/>
              </a:rPr>
              <a:t>Karonként: HBONE által biztosított</a:t>
            </a:r>
            <a:r>
              <a:rPr lang="en-US" dirty="0">
                <a:latin typeface="+mj-lt"/>
                <a:cs typeface="Arial"/>
              </a:rPr>
              <a:t> </a:t>
            </a:r>
            <a:r>
              <a:rPr lang="hu-HU" dirty="0">
                <a:latin typeface="+mj-lt"/>
                <a:cs typeface="Arial"/>
              </a:rPr>
              <a:t>10Gbps sötétszál</a:t>
            </a:r>
            <a:r>
              <a:rPr lang="en-US" dirty="0">
                <a:latin typeface="+mj-lt"/>
                <a:cs typeface="Arial"/>
              </a:rPr>
              <a:t>, WLC</a:t>
            </a:r>
          </a:p>
          <a:p>
            <a:r>
              <a:rPr lang="hu-HU" dirty="0">
                <a:latin typeface="+mj-lt"/>
                <a:cs typeface="Arial"/>
              </a:rPr>
              <a:t>Moduláris </a:t>
            </a:r>
            <a:r>
              <a:rPr lang="hu-HU" dirty="0" err="1">
                <a:latin typeface="+mj-lt"/>
                <a:cs typeface="Arial"/>
              </a:rPr>
              <a:t>distribution</a:t>
            </a:r>
            <a:r>
              <a:rPr lang="hu-HU" dirty="0">
                <a:latin typeface="+mj-lt"/>
                <a:cs typeface="Arial"/>
              </a:rPr>
              <a:t> </a:t>
            </a:r>
            <a:r>
              <a:rPr lang="hu-HU" dirty="0" err="1">
                <a:latin typeface="+mj-lt"/>
                <a:cs typeface="Arial"/>
              </a:rPr>
              <a:t>switchek</a:t>
            </a:r>
            <a:r>
              <a:rPr lang="hu-HU" dirty="0">
                <a:latin typeface="+mj-lt"/>
                <a:cs typeface="Arial"/>
              </a:rPr>
              <a:t>, amelyek nagyobb épületekben is helyt áll</a:t>
            </a:r>
            <a:r>
              <a:rPr lang="en-US" dirty="0">
                <a:latin typeface="+mj-lt"/>
                <a:cs typeface="Arial"/>
              </a:rPr>
              <a:t>nak</a:t>
            </a:r>
            <a:endParaRPr lang="hu-HU" dirty="0">
              <a:latin typeface="+mj-lt"/>
              <a:cs typeface="Arial"/>
            </a:endParaRPr>
          </a:p>
          <a:p>
            <a:r>
              <a:rPr lang="en-US" dirty="0">
                <a:latin typeface="+mj-lt"/>
              </a:rPr>
              <a:t>Wi-Fi 6 AP-k </a:t>
            </a:r>
            <a:r>
              <a:rPr lang="en-US" dirty="0" err="1">
                <a:latin typeface="+mj-lt"/>
              </a:rPr>
              <a:t>megbízható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hozzáférésért</a:t>
            </a:r>
            <a:endParaRPr lang="hu-HU" dirty="0">
              <a:latin typeface="+mj-lt"/>
            </a:endParaRPr>
          </a:p>
          <a:p>
            <a:r>
              <a:rPr lang="hu-HU" dirty="0">
                <a:latin typeface="+mj-lt"/>
                <a:cs typeface="Arial"/>
              </a:rPr>
              <a:t>Költségvetésben extra eszközök beleszámítva </a:t>
            </a:r>
            <a:r>
              <a:rPr lang="hu-HU" dirty="0" err="1">
                <a:latin typeface="+mj-lt"/>
                <a:cs typeface="Arial"/>
              </a:rPr>
              <a:t>hotswap</a:t>
            </a:r>
            <a:r>
              <a:rPr lang="hu-HU" dirty="0">
                <a:latin typeface="+mj-lt"/>
                <a:cs typeface="Arial"/>
              </a:rPr>
              <a:t> érdekében</a:t>
            </a:r>
          </a:p>
        </p:txBody>
      </p:sp>
      <p:pic>
        <p:nvPicPr>
          <p:cNvPr id="1028" name="Picture 4" descr="Cisco Catalyst 9404R - switch - rack-mountable - C9404R - Modular Switches  - CDW.com">
            <a:extLst>
              <a:ext uri="{FF2B5EF4-FFF2-40B4-BE49-F238E27FC236}">
                <a16:creationId xmlns:a16="http://schemas.microsoft.com/office/drawing/2014/main" id="{D42105E1-A948-FE9C-050D-FA3FF2ED8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220" y="681037"/>
            <a:ext cx="4087906" cy="2487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isco Catalyst 9130 Series Access Point Deployment Guide - Cisco">
            <a:extLst>
              <a:ext uri="{FF2B5EF4-FFF2-40B4-BE49-F238E27FC236}">
                <a16:creationId xmlns:a16="http://schemas.microsoft.com/office/drawing/2014/main" id="{8658D2B8-1178-5224-BB32-D1E35496D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416" y="3814355"/>
            <a:ext cx="3115514" cy="1716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5E96767-029D-5058-3121-29137654765F}"/>
              </a:ext>
            </a:extLst>
          </p:cNvPr>
          <p:cNvGrpSpPr/>
          <p:nvPr/>
        </p:nvGrpSpPr>
        <p:grpSpPr>
          <a:xfrm>
            <a:off x="-9524" y="-3175"/>
            <a:ext cx="12039504" cy="6880482"/>
            <a:chOff x="-9524" y="-3175"/>
            <a:chExt cx="12039504" cy="688048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428940E-0409-74C2-7058-CF9743408CAC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0"/>
              <a:ext cx="0" cy="21844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F376038-9A5B-AA4F-80C1-F0CB5E7B9D28}"/>
                </a:ext>
              </a:extLst>
            </p:cNvPr>
            <p:cNvSpPr>
              <a:spLocks/>
            </p:cNvSpPr>
            <p:nvPr/>
          </p:nvSpPr>
          <p:spPr>
            <a:xfrm>
              <a:off x="43954" y="2186781"/>
              <a:ext cx="170853" cy="16827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522AE41-112C-CBE0-3940-62115898C9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" y="1809750"/>
              <a:ext cx="107950" cy="114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3ED2AB0-3941-63A4-9589-E7951A6E224D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1381125"/>
              <a:ext cx="134938" cy="1333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0E9F1B9-7632-A107-4E88-12D7AF2882DE}"/>
                </a:ext>
              </a:extLst>
            </p:cNvPr>
            <p:cNvCxnSpPr>
              <a:cxnSpLocks/>
            </p:cNvCxnSpPr>
            <p:nvPr/>
          </p:nvCxnSpPr>
          <p:spPr>
            <a:xfrm>
              <a:off x="259557" y="1507332"/>
              <a:ext cx="0" cy="3428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CC580D9-3F6E-4729-1A90-B71531335558}"/>
                </a:ext>
              </a:extLst>
            </p:cNvPr>
            <p:cNvSpPr>
              <a:spLocks/>
            </p:cNvSpPr>
            <p:nvPr/>
          </p:nvSpPr>
          <p:spPr>
            <a:xfrm>
              <a:off x="210048" y="1850231"/>
              <a:ext cx="102330" cy="1047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8FB2C-0C4E-D4D2-0094-7B085389CD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047" y="0"/>
              <a:ext cx="3175" cy="9969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A698E6A-2F17-9831-58FE-C1D4B8F4F690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210046" y="996950"/>
              <a:ext cx="352787" cy="81722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8E3E87-0370-5B5B-539C-703812ABCF1E}"/>
                </a:ext>
              </a:extLst>
            </p:cNvPr>
            <p:cNvSpPr>
              <a:spLocks/>
            </p:cNvSpPr>
            <p:nvPr/>
          </p:nvSpPr>
          <p:spPr>
            <a:xfrm rot="1356171">
              <a:off x="507390" y="1809353"/>
              <a:ext cx="184544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32FB259-DB43-C245-CF83-EC390005C95D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0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78F159C-8026-FB42-09F1-4BFFA74E8C26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618518"/>
              <a:ext cx="350639" cy="82928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1E81CED-FB92-DCA9-48DC-848F42FB6002}"/>
                </a:ext>
              </a:extLst>
            </p:cNvPr>
            <p:cNvCxnSpPr>
              <a:cxnSpLocks/>
            </p:cNvCxnSpPr>
            <p:nvPr/>
          </p:nvCxnSpPr>
          <p:spPr>
            <a:xfrm>
              <a:off x="682823" y="299735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A83649-D8CE-6900-51D3-3D5E7548E4F2}"/>
                </a:ext>
              </a:extLst>
            </p:cNvPr>
            <p:cNvCxnSpPr>
              <a:cxnSpLocks/>
            </p:cNvCxnSpPr>
            <p:nvPr/>
          </p:nvCxnSpPr>
          <p:spPr>
            <a:xfrm>
              <a:off x="559592" y="2381"/>
              <a:ext cx="127993" cy="30687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4CED40F-3E29-01D5-2A99-AE2CC48F1F84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406" y="1431553"/>
              <a:ext cx="180262" cy="17402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5C84A8C-1156-69D9-8B0B-AF1EF82D7F53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293" y="908856"/>
              <a:ext cx="174285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AD980E9-8432-4EDE-752E-4444DBCA8890}"/>
                </a:ext>
              </a:extLst>
            </p:cNvPr>
            <p:cNvSpPr>
              <a:spLocks/>
            </p:cNvSpPr>
            <p:nvPr/>
          </p:nvSpPr>
          <p:spPr>
            <a:xfrm>
              <a:off x="1027288" y="493733"/>
              <a:ext cx="146867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AC13E8E-44D6-E95F-A2EF-CF5F5A185509}"/>
                </a:ext>
              </a:extLst>
            </p:cNvPr>
            <p:cNvCxnSpPr>
              <a:cxnSpLocks/>
            </p:cNvCxnSpPr>
            <p:nvPr/>
          </p:nvCxnSpPr>
          <p:spPr>
            <a:xfrm>
              <a:off x="651569" y="2381"/>
              <a:ext cx="84237" cy="1976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AA7C442-876D-D363-5C1F-3A8B0BC0E2D1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735806" y="198116"/>
              <a:ext cx="312990" cy="31575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BD1DE4-8414-0DEF-9695-2A2ACDFFD697}"/>
                </a:ext>
              </a:extLst>
            </p:cNvPr>
            <p:cNvCxnSpPr>
              <a:cxnSpLocks/>
            </p:cNvCxnSpPr>
            <p:nvPr/>
          </p:nvCxnSpPr>
          <p:spPr>
            <a:xfrm>
              <a:off x="-9524" y="3553619"/>
              <a:ext cx="142875" cy="1206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716B5F8-8095-B25E-8E1F-190B37A6AE83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3669506"/>
              <a:ext cx="0" cy="3508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901F9E7-BAC6-0009-A0E6-4232220B9C6A}"/>
                </a:ext>
              </a:extLst>
            </p:cNvPr>
            <p:cNvSpPr>
              <a:spLocks/>
            </p:cNvSpPr>
            <p:nvPr/>
          </p:nvSpPr>
          <p:spPr>
            <a:xfrm>
              <a:off x="39192" y="4020344"/>
              <a:ext cx="170853" cy="1682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E9335BF-255F-B7A3-7F41-D406B14E4F92}"/>
                </a:ext>
              </a:extLst>
            </p:cNvPr>
            <p:cNvCxnSpPr>
              <a:cxnSpLocks/>
            </p:cNvCxnSpPr>
            <p:nvPr/>
          </p:nvCxnSpPr>
          <p:spPr>
            <a:xfrm>
              <a:off x="146050" y="4657725"/>
              <a:ext cx="0" cy="22002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114164-C6EA-FCA0-79BA-56A52DC049E9}"/>
                </a:ext>
              </a:extLst>
            </p:cNvPr>
            <p:cNvCxnSpPr>
              <a:cxnSpLocks/>
            </p:cNvCxnSpPr>
            <p:nvPr/>
          </p:nvCxnSpPr>
          <p:spPr>
            <a:xfrm>
              <a:off x="56653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F42822-EF39-04FC-5AE0-A9C3A4A97C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29275"/>
              <a:ext cx="59828" cy="241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5E099A3-569D-9FD4-2A91-E93D61BBD0D8}"/>
                </a:ext>
              </a:extLst>
            </p:cNvPr>
            <p:cNvCxnSpPr>
              <a:cxnSpLocks/>
            </p:cNvCxnSpPr>
            <p:nvPr/>
          </p:nvCxnSpPr>
          <p:spPr>
            <a:xfrm>
              <a:off x="235247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AD08668-1912-EA4C-6F3B-43417D61ECC1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239416" y="5043822"/>
              <a:ext cx="337612" cy="8267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ADC6D76-3CFF-DECB-3012-491FB9E5B1F4}"/>
                </a:ext>
              </a:extLst>
            </p:cNvPr>
            <p:cNvSpPr>
              <a:spLocks/>
            </p:cNvSpPr>
            <p:nvPr/>
          </p:nvSpPr>
          <p:spPr>
            <a:xfrm>
              <a:off x="523875" y="4862513"/>
              <a:ext cx="194067" cy="1952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A1F0F58-BE5F-9D4A-2429-6B5A54024443}"/>
                </a:ext>
              </a:extLst>
            </p:cNvPr>
            <p:cNvCxnSpPr>
              <a:cxnSpLocks/>
            </p:cNvCxnSpPr>
            <p:nvPr/>
          </p:nvCxnSpPr>
          <p:spPr>
            <a:xfrm>
              <a:off x="324283" y="6234113"/>
              <a:ext cx="0" cy="62388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D6AC8B3-7525-2B25-1A14-8187444AF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521" y="5414963"/>
              <a:ext cx="358540" cy="8381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471EB7E-2B68-361D-2056-35EF74A923E0}"/>
                </a:ext>
              </a:extLst>
            </p:cNvPr>
            <p:cNvSpPr>
              <a:spLocks/>
            </p:cNvSpPr>
            <p:nvPr/>
          </p:nvSpPr>
          <p:spPr>
            <a:xfrm>
              <a:off x="616255" y="5253037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F1AD01F-A016-C2D3-084F-517B96BD0918}"/>
                </a:ext>
              </a:extLst>
            </p:cNvPr>
            <p:cNvSpPr>
              <a:spLocks/>
            </p:cNvSpPr>
            <p:nvPr/>
          </p:nvSpPr>
          <p:spPr>
            <a:xfrm rot="21421688">
              <a:off x="616255" y="5772150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3C9335A-726B-1D79-ADB9-56FB5C094715}"/>
                </a:ext>
              </a:extLst>
            </p:cNvPr>
            <p:cNvSpPr>
              <a:spLocks/>
            </p:cNvSpPr>
            <p:nvPr/>
          </p:nvSpPr>
          <p:spPr>
            <a:xfrm rot="21437781">
              <a:off x="1053757" y="6226001"/>
              <a:ext cx="140676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BD3236B-AAB3-77BF-4013-0C7510DBB5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250" y="6558265"/>
              <a:ext cx="128560" cy="29973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16F9E0F-E52B-FB94-A437-8846106A7ECA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707377" y="5948412"/>
              <a:ext cx="2625" cy="61461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F73F7E3-E4E8-1F41-90D7-0B161C9067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080" y="6662265"/>
              <a:ext cx="80776" cy="19811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A692903-3130-8E0C-7F16-BA5B4326471B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H="1">
              <a:off x="750094" y="6345650"/>
              <a:ext cx="326613" cy="3242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C5E6CDC-690E-AD3E-3C7A-516E23961C07}"/>
                </a:ext>
              </a:extLst>
            </p:cNvPr>
            <p:cNvSpPr>
              <a:spLocks/>
            </p:cNvSpPr>
            <p:nvPr/>
          </p:nvSpPr>
          <p:spPr>
            <a:xfrm>
              <a:off x="56653" y="4489449"/>
              <a:ext cx="175574" cy="1746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E1B282B-EA77-B901-3CDD-E8DB038A488D}"/>
                </a:ext>
              </a:extLst>
            </p:cNvPr>
            <p:cNvCxnSpPr>
              <a:cxnSpLocks/>
            </p:cNvCxnSpPr>
            <p:nvPr/>
          </p:nvCxnSpPr>
          <p:spPr>
            <a:xfrm>
              <a:off x="11455183" y="5602287"/>
              <a:ext cx="0" cy="127025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20022AB-D7A4-1DE6-C63E-497C4CA5B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52802" y="5321300"/>
              <a:ext cx="285173" cy="2921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B58515D-9E8B-FFF8-2FC6-CFC4C1875B2A}"/>
                </a:ext>
              </a:extLst>
            </p:cNvPr>
            <p:cNvCxnSpPr>
              <a:cxnSpLocks/>
              <a:endCxn id="48" idx="4"/>
            </p:cNvCxnSpPr>
            <p:nvPr/>
          </p:nvCxnSpPr>
          <p:spPr>
            <a:xfrm flipV="1">
              <a:off x="11734869" y="5045598"/>
              <a:ext cx="1588" cy="2902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F499C62-F807-8A37-D9EE-FC0B00A594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99" y="5688012"/>
              <a:ext cx="285173" cy="6576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249CCDD-FDD5-A949-D350-300905252B90}"/>
                </a:ext>
              </a:extLst>
            </p:cNvPr>
            <p:cNvCxnSpPr>
              <a:cxnSpLocks/>
            </p:cNvCxnSpPr>
            <p:nvPr/>
          </p:nvCxnSpPr>
          <p:spPr>
            <a:xfrm>
              <a:off x="11545174" y="6327775"/>
              <a:ext cx="0" cy="5495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8F4DFAF-B0C0-B093-58B9-21600A967E3E}"/>
                </a:ext>
              </a:extLst>
            </p:cNvPr>
            <p:cNvCxnSpPr>
              <a:cxnSpLocks/>
            </p:cNvCxnSpPr>
            <p:nvPr/>
          </p:nvCxnSpPr>
          <p:spPr>
            <a:xfrm>
              <a:off x="11951277" y="6602541"/>
              <a:ext cx="0" cy="265241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4FB7235-16D0-B911-D0EF-A95C236BCAAC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8131" y="4879870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E90C170-FD2D-1E63-67FB-A39C8EE6CAAF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780006" y="5556406"/>
              <a:ext cx="144574" cy="1428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2B291C1-4C53-2C74-59C8-C11EC7D05C6D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861151" y="6432832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7887365-234B-D89D-4EA0-148897DA8142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0314" y="1550812"/>
              <a:ext cx="176641" cy="165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823992E-A422-D25E-5DB7-608AFD529E9E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385673" y="484941"/>
              <a:ext cx="125029" cy="130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6C0C576-FC46-33D4-6DDF-F33D8CCFA27E}"/>
                </a:ext>
              </a:extLst>
            </p:cNvPr>
            <p:cNvCxnSpPr>
              <a:cxnSpLocks/>
              <a:stCxn id="52" idx="7"/>
            </p:cNvCxnSpPr>
            <p:nvPr/>
          </p:nvCxnSpPr>
          <p:spPr>
            <a:xfrm flipV="1">
              <a:off x="11490163" y="176785"/>
              <a:ext cx="330596" cy="32526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DA247B3-3445-99FD-BA3D-D647886C80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7584" y="0"/>
              <a:ext cx="74974" cy="1799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F1ABFAB-A979-B82F-F30D-3F8E006DA3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2843" y="-3175"/>
              <a:ext cx="0" cy="9981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9A6CC99-1137-262B-616F-CA0D403BBC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4733" y="985415"/>
              <a:ext cx="278110" cy="2750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08AF565-908C-7644-8205-3E006F8B82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7841" y="1250595"/>
              <a:ext cx="0" cy="3060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518675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2B6D9D-F1CA-128D-9CED-361B7BE6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Topológia</a:t>
            </a:r>
            <a:r>
              <a:rPr lang="en-US" dirty="0"/>
              <a:t> | </a:t>
            </a:r>
            <a:r>
              <a:rPr lang="en-US" dirty="0" err="1"/>
              <a:t>Gazdasági</a:t>
            </a:r>
            <a:r>
              <a:rPr lang="en-US" dirty="0"/>
              <a:t> </a:t>
            </a:r>
            <a:r>
              <a:rPr lang="en-US" dirty="0" err="1"/>
              <a:t>kar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D553CBD-C39C-FC71-E9BA-1580946DE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114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+mj-lt"/>
                <a:cs typeface="Arial"/>
              </a:rPr>
              <a:t>OSPF area 30</a:t>
            </a:r>
            <a:endParaRPr lang="en-US" sz="2400" dirty="0">
              <a:latin typeface="+mj-lt"/>
            </a:endParaRPr>
          </a:p>
          <a:p>
            <a:r>
              <a:rPr lang="en-US" sz="2400" dirty="0">
                <a:latin typeface="+mj-lt"/>
                <a:cs typeface="Arial"/>
              </a:rPr>
              <a:t>Wi-Fi-</a:t>
            </a:r>
            <a:r>
              <a:rPr lang="en-US" sz="2400" dirty="0" err="1">
                <a:latin typeface="+mj-lt"/>
                <a:cs typeface="Arial"/>
              </a:rPr>
              <a:t>centrikus</a:t>
            </a:r>
            <a:endParaRPr lang="en-US" sz="2400" dirty="0">
              <a:latin typeface="+mj-lt"/>
              <a:cs typeface="Arial"/>
            </a:endParaRPr>
          </a:p>
          <a:p>
            <a:pPr lvl="1"/>
            <a:r>
              <a:rPr lang="en-US" dirty="0" err="1">
                <a:latin typeface="+mj-lt"/>
              </a:rPr>
              <a:t>Előadó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terem</a:t>
            </a:r>
            <a:r>
              <a:rPr lang="en-US" dirty="0">
                <a:latin typeface="+mj-lt"/>
              </a:rPr>
              <a:t> AP-</a:t>
            </a:r>
            <a:r>
              <a:rPr lang="en-US" dirty="0" err="1">
                <a:latin typeface="+mj-lt"/>
              </a:rPr>
              <a:t>kkal</a:t>
            </a:r>
            <a:r>
              <a:rPr lang="en-US" dirty="0">
                <a:latin typeface="+mj-lt"/>
              </a:rPr>
              <a:t> van </a:t>
            </a:r>
            <a:r>
              <a:rPr lang="en-US" dirty="0" err="1">
                <a:latin typeface="+mj-lt"/>
              </a:rPr>
              <a:t>kiszolgálva</a:t>
            </a:r>
            <a:endParaRPr lang="en-US" dirty="0">
              <a:latin typeface="+mj-lt"/>
            </a:endParaRPr>
          </a:p>
          <a:p>
            <a:r>
              <a:rPr lang="en-US" sz="2400" dirty="0" err="1">
                <a:latin typeface="+mj-lt"/>
                <a:cs typeface="Arial"/>
              </a:rPr>
              <a:t>Előadóépület</a:t>
            </a:r>
            <a:endParaRPr lang="en-US" sz="2400" dirty="0">
              <a:latin typeface="+mj-lt"/>
              <a:cs typeface="Arial"/>
            </a:endParaRPr>
          </a:p>
          <a:p>
            <a:pPr lvl="1"/>
            <a:r>
              <a:rPr lang="en-US" dirty="0">
                <a:latin typeface="+mj-lt"/>
              </a:rPr>
              <a:t>1 distribution switch</a:t>
            </a:r>
          </a:p>
          <a:p>
            <a:r>
              <a:rPr lang="en-US" sz="2400" dirty="0" err="1">
                <a:latin typeface="+mj-lt"/>
                <a:cs typeface="Arial"/>
              </a:rPr>
              <a:t>Portbiztonság</a:t>
            </a:r>
            <a:endParaRPr lang="en-US" dirty="0">
              <a:latin typeface="+mj-lt"/>
              <a:cs typeface="Arial"/>
            </a:endParaRPr>
          </a:p>
          <a:p>
            <a:r>
              <a:rPr lang="en-US" sz="2400" dirty="0">
                <a:latin typeface="+mj-lt"/>
                <a:cs typeface="Arial"/>
              </a:rPr>
              <a:t>DHCP+ARP snooping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CB626E7-7A24-0C05-21DB-039C5F7E4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319" y="1825625"/>
            <a:ext cx="6797681" cy="435133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766DD84-9BEC-EC8B-80C4-71F8424B128B}"/>
              </a:ext>
            </a:extLst>
          </p:cNvPr>
          <p:cNvGrpSpPr/>
          <p:nvPr/>
        </p:nvGrpSpPr>
        <p:grpSpPr>
          <a:xfrm>
            <a:off x="-9524" y="-3175"/>
            <a:ext cx="12039504" cy="6880482"/>
            <a:chOff x="-9524" y="-3175"/>
            <a:chExt cx="12039504" cy="688048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5F70A3-06C7-012A-F497-5442CC604FD2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0"/>
              <a:ext cx="0" cy="21844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2CF46DC-10EC-21FC-C635-0564DB810D20}"/>
                </a:ext>
              </a:extLst>
            </p:cNvPr>
            <p:cNvSpPr>
              <a:spLocks/>
            </p:cNvSpPr>
            <p:nvPr/>
          </p:nvSpPr>
          <p:spPr>
            <a:xfrm>
              <a:off x="43954" y="2186781"/>
              <a:ext cx="170853" cy="16827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A6F729B-6836-3DA6-8A5D-437B900E6F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" y="1809750"/>
              <a:ext cx="107950" cy="114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693CE28-EBD7-D88C-8E43-614BD3358D5A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1381125"/>
              <a:ext cx="134938" cy="1333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1C8B413-F112-D5CD-8C2D-124D0DD5CB19}"/>
                </a:ext>
              </a:extLst>
            </p:cNvPr>
            <p:cNvCxnSpPr>
              <a:cxnSpLocks/>
            </p:cNvCxnSpPr>
            <p:nvPr/>
          </p:nvCxnSpPr>
          <p:spPr>
            <a:xfrm>
              <a:off x="259557" y="1507332"/>
              <a:ext cx="0" cy="3428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4927AA5-7538-D5AE-5744-C17592A75D0D}"/>
                </a:ext>
              </a:extLst>
            </p:cNvPr>
            <p:cNvSpPr>
              <a:spLocks/>
            </p:cNvSpPr>
            <p:nvPr/>
          </p:nvSpPr>
          <p:spPr>
            <a:xfrm>
              <a:off x="210048" y="1850231"/>
              <a:ext cx="102330" cy="1047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9A76008-DF70-4950-D200-689BEB17AA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047" y="0"/>
              <a:ext cx="3175" cy="9969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8E07AB4-0734-1A1C-DDAF-93AFA0DD9A99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210046" y="996950"/>
              <a:ext cx="352787" cy="81722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209D46C-A466-573C-E479-A959304DA682}"/>
                </a:ext>
              </a:extLst>
            </p:cNvPr>
            <p:cNvSpPr>
              <a:spLocks/>
            </p:cNvSpPr>
            <p:nvPr/>
          </p:nvSpPr>
          <p:spPr>
            <a:xfrm rot="1356171">
              <a:off x="507390" y="1809353"/>
              <a:ext cx="184544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A20995B-CF9B-BC04-7A56-8804A1B8AA11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0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8FFB07D-4FC5-E9FE-517D-DE30680075DD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618518"/>
              <a:ext cx="350639" cy="82928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A6044D9-9191-54A6-8375-20055AB1D381}"/>
                </a:ext>
              </a:extLst>
            </p:cNvPr>
            <p:cNvCxnSpPr>
              <a:cxnSpLocks/>
            </p:cNvCxnSpPr>
            <p:nvPr/>
          </p:nvCxnSpPr>
          <p:spPr>
            <a:xfrm>
              <a:off x="682823" y="299735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683CDC8-E7B0-E9BD-3E83-520192C41649}"/>
                </a:ext>
              </a:extLst>
            </p:cNvPr>
            <p:cNvCxnSpPr>
              <a:cxnSpLocks/>
            </p:cNvCxnSpPr>
            <p:nvPr/>
          </p:nvCxnSpPr>
          <p:spPr>
            <a:xfrm>
              <a:off x="559592" y="2381"/>
              <a:ext cx="127993" cy="30687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D3336C3-CA83-0427-2965-63D66C53BFDC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406" y="1431553"/>
              <a:ext cx="180262" cy="17402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322CF87-ED1D-E3B3-A35E-50501AB9A73C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293" y="908856"/>
              <a:ext cx="174285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973851A-91C2-1934-E7BC-17BB1CC7A1DF}"/>
                </a:ext>
              </a:extLst>
            </p:cNvPr>
            <p:cNvSpPr>
              <a:spLocks/>
            </p:cNvSpPr>
            <p:nvPr/>
          </p:nvSpPr>
          <p:spPr>
            <a:xfrm>
              <a:off x="1027288" y="493733"/>
              <a:ext cx="146867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95AE718-62DA-68C3-4D80-289EDF137A8C}"/>
                </a:ext>
              </a:extLst>
            </p:cNvPr>
            <p:cNvCxnSpPr>
              <a:cxnSpLocks/>
            </p:cNvCxnSpPr>
            <p:nvPr/>
          </p:nvCxnSpPr>
          <p:spPr>
            <a:xfrm>
              <a:off x="651569" y="2381"/>
              <a:ext cx="84237" cy="1976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215331A-3721-6008-08AC-D63A52E97439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735806" y="198116"/>
              <a:ext cx="312990" cy="31575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110C6FC-AB2F-36CA-6A0F-D5E87A50457B}"/>
                </a:ext>
              </a:extLst>
            </p:cNvPr>
            <p:cNvCxnSpPr>
              <a:cxnSpLocks/>
            </p:cNvCxnSpPr>
            <p:nvPr/>
          </p:nvCxnSpPr>
          <p:spPr>
            <a:xfrm>
              <a:off x="-9524" y="3553619"/>
              <a:ext cx="142875" cy="1206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4122EAF-42B4-C48A-19D2-9C881B697F8F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3669506"/>
              <a:ext cx="0" cy="3508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B1D042D-0C76-2951-B23B-5B57DBFFAC59}"/>
                </a:ext>
              </a:extLst>
            </p:cNvPr>
            <p:cNvSpPr>
              <a:spLocks/>
            </p:cNvSpPr>
            <p:nvPr/>
          </p:nvSpPr>
          <p:spPr>
            <a:xfrm>
              <a:off x="39192" y="4020344"/>
              <a:ext cx="170853" cy="1682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C1BAE91-5134-A30C-A164-EA3178B1137F}"/>
                </a:ext>
              </a:extLst>
            </p:cNvPr>
            <p:cNvCxnSpPr>
              <a:cxnSpLocks/>
            </p:cNvCxnSpPr>
            <p:nvPr/>
          </p:nvCxnSpPr>
          <p:spPr>
            <a:xfrm>
              <a:off x="146050" y="4657725"/>
              <a:ext cx="0" cy="22002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3410E1-DBF5-D855-E48A-5252FA824487}"/>
                </a:ext>
              </a:extLst>
            </p:cNvPr>
            <p:cNvCxnSpPr>
              <a:cxnSpLocks/>
            </p:cNvCxnSpPr>
            <p:nvPr/>
          </p:nvCxnSpPr>
          <p:spPr>
            <a:xfrm>
              <a:off x="56653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4D63E0-A718-CC9A-A4DF-A708E98A459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29275"/>
              <a:ext cx="59828" cy="241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501B149-6760-08D5-415F-5B9DC44ADE0F}"/>
                </a:ext>
              </a:extLst>
            </p:cNvPr>
            <p:cNvCxnSpPr>
              <a:cxnSpLocks/>
            </p:cNvCxnSpPr>
            <p:nvPr/>
          </p:nvCxnSpPr>
          <p:spPr>
            <a:xfrm>
              <a:off x="235247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A01672D-18B4-D046-AC6E-527095B4136D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239416" y="5043822"/>
              <a:ext cx="337612" cy="8267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0540D36-B007-CFA0-7782-6D89BCD43093}"/>
                </a:ext>
              </a:extLst>
            </p:cNvPr>
            <p:cNvSpPr>
              <a:spLocks/>
            </p:cNvSpPr>
            <p:nvPr/>
          </p:nvSpPr>
          <p:spPr>
            <a:xfrm>
              <a:off x="523875" y="4862513"/>
              <a:ext cx="194067" cy="1952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CD1D941-DBE9-9C42-787A-FD0C26B8E8EE}"/>
                </a:ext>
              </a:extLst>
            </p:cNvPr>
            <p:cNvCxnSpPr>
              <a:cxnSpLocks/>
            </p:cNvCxnSpPr>
            <p:nvPr/>
          </p:nvCxnSpPr>
          <p:spPr>
            <a:xfrm>
              <a:off x="324283" y="6234113"/>
              <a:ext cx="0" cy="62388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373C65F-9A18-DF3D-F9C0-B8E38389A0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521" y="5414963"/>
              <a:ext cx="358540" cy="8381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2770AE2-9646-1ACD-C530-B49C5C3B3A9B}"/>
                </a:ext>
              </a:extLst>
            </p:cNvPr>
            <p:cNvSpPr>
              <a:spLocks/>
            </p:cNvSpPr>
            <p:nvPr/>
          </p:nvSpPr>
          <p:spPr>
            <a:xfrm>
              <a:off x="616255" y="5253037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C37D82B-2FEA-6485-41F4-43A47BF0C9FC}"/>
                </a:ext>
              </a:extLst>
            </p:cNvPr>
            <p:cNvSpPr>
              <a:spLocks/>
            </p:cNvSpPr>
            <p:nvPr/>
          </p:nvSpPr>
          <p:spPr>
            <a:xfrm rot="21421688">
              <a:off x="616255" y="5772150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64A0F20-55D0-A36B-2334-8297456D759D}"/>
                </a:ext>
              </a:extLst>
            </p:cNvPr>
            <p:cNvSpPr>
              <a:spLocks/>
            </p:cNvSpPr>
            <p:nvPr/>
          </p:nvSpPr>
          <p:spPr>
            <a:xfrm rot="21437781">
              <a:off x="1053757" y="6226001"/>
              <a:ext cx="140676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6B561C0-DA09-A734-B6E1-E3C3ECE201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250" y="6558265"/>
              <a:ext cx="128560" cy="29973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DF097C-62BA-76F0-E2B3-30980F3CE6DD}"/>
                </a:ext>
              </a:extLst>
            </p:cNvPr>
            <p:cNvCxnSpPr>
              <a:cxnSpLocks/>
              <a:stCxn id="36" idx="4"/>
            </p:cNvCxnSpPr>
            <p:nvPr/>
          </p:nvCxnSpPr>
          <p:spPr>
            <a:xfrm flipH="1">
              <a:off x="707377" y="5948412"/>
              <a:ext cx="2625" cy="61461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F80985D-C2B8-1FC7-D8FC-EBFC197E12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080" y="6662265"/>
              <a:ext cx="80776" cy="19811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328BDF0-BE83-AB9A-A80E-94DA69305EE7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 flipH="1">
              <a:off x="750094" y="6345650"/>
              <a:ext cx="326613" cy="3242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4C19335-C2C8-8D5C-1F95-741A48C47E51}"/>
                </a:ext>
              </a:extLst>
            </p:cNvPr>
            <p:cNvSpPr>
              <a:spLocks/>
            </p:cNvSpPr>
            <p:nvPr/>
          </p:nvSpPr>
          <p:spPr>
            <a:xfrm>
              <a:off x="56653" y="4489449"/>
              <a:ext cx="175574" cy="1746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7E74D34-843D-EBCA-BAE6-C4799053F781}"/>
                </a:ext>
              </a:extLst>
            </p:cNvPr>
            <p:cNvCxnSpPr>
              <a:cxnSpLocks/>
            </p:cNvCxnSpPr>
            <p:nvPr/>
          </p:nvCxnSpPr>
          <p:spPr>
            <a:xfrm>
              <a:off x="11455183" y="5602287"/>
              <a:ext cx="0" cy="127025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123E3B1-8EE1-3A5D-1E45-69F7EAF24B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52802" y="5321300"/>
              <a:ext cx="285173" cy="2921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5DA5F29-DEBA-3921-3664-ADC6BC575F19}"/>
                </a:ext>
              </a:extLst>
            </p:cNvPr>
            <p:cNvCxnSpPr>
              <a:cxnSpLocks/>
              <a:endCxn id="49" idx="4"/>
            </p:cNvCxnSpPr>
            <p:nvPr/>
          </p:nvCxnSpPr>
          <p:spPr>
            <a:xfrm flipV="1">
              <a:off x="11734869" y="5045598"/>
              <a:ext cx="1588" cy="2902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BD88BE7-8EB9-305E-ED84-7513BDC77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99" y="5688012"/>
              <a:ext cx="285173" cy="6576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600CE39-8FDE-EEB2-CB0A-FBED04759C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45174" y="6327775"/>
              <a:ext cx="0" cy="5495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E1A50A7-9053-DC6A-F683-CE6F871521D3}"/>
                </a:ext>
              </a:extLst>
            </p:cNvPr>
            <p:cNvCxnSpPr>
              <a:cxnSpLocks/>
            </p:cNvCxnSpPr>
            <p:nvPr/>
          </p:nvCxnSpPr>
          <p:spPr>
            <a:xfrm>
              <a:off x="11951277" y="6602541"/>
              <a:ext cx="0" cy="265241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677B6A8-08F8-935A-BF22-DC228E83EFA1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8131" y="4879870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10B7DAE-8E94-03AD-51D3-F4C7223DA32E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780006" y="5556406"/>
              <a:ext cx="144574" cy="1428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F00257D-0B01-0119-5248-81CCBA34A7D4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861151" y="6432832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15ECD55-692F-B3CD-DCB6-515314DE0CC2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0314" y="1550812"/>
              <a:ext cx="176641" cy="165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CFC4306-802E-4829-1447-8F83300C9E6F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385673" y="484941"/>
              <a:ext cx="125029" cy="130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7441344-F904-D053-4FE5-9CDD92068718}"/>
                </a:ext>
              </a:extLst>
            </p:cNvPr>
            <p:cNvCxnSpPr>
              <a:cxnSpLocks/>
              <a:stCxn id="53" idx="7"/>
            </p:cNvCxnSpPr>
            <p:nvPr/>
          </p:nvCxnSpPr>
          <p:spPr>
            <a:xfrm flipV="1">
              <a:off x="11490163" y="176785"/>
              <a:ext cx="330596" cy="32526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06D1B87-A0B2-333E-A981-37A1F1DB9C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7584" y="0"/>
              <a:ext cx="74974" cy="1799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6DD4862-417E-6AE6-0BE7-C6109FC326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2843" y="-3175"/>
              <a:ext cx="0" cy="9981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DF65D37-E179-7891-B4F9-DF36F9C333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4733" y="985415"/>
              <a:ext cx="278110" cy="2750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872B17E-E84E-5B27-8075-3C29773310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7841" y="1250595"/>
              <a:ext cx="0" cy="3060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9553008"/>
      </p:ext>
    </p:extLst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8A20AB-7920-B7C3-AC08-9EDEDAE37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Topológia</a:t>
            </a:r>
            <a:r>
              <a:rPr lang="en-US" dirty="0"/>
              <a:t> | </a:t>
            </a:r>
            <a:r>
              <a:rPr lang="en-US" dirty="0" err="1"/>
              <a:t>Műszaki</a:t>
            </a:r>
            <a:r>
              <a:rPr lang="en-US" dirty="0"/>
              <a:t> </a:t>
            </a:r>
            <a:r>
              <a:rPr lang="en-US" dirty="0" err="1"/>
              <a:t>kar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88E889-109D-8DEB-0EEC-1B894FCEE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862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 err="1">
                <a:latin typeface="+mj-lt"/>
                <a:cs typeface="Arial"/>
              </a:rPr>
              <a:t>Tesztüzem</a:t>
            </a:r>
            <a:r>
              <a:rPr lang="en-US" sz="2400" dirty="0">
                <a:latin typeface="+mj-lt"/>
                <a:cs typeface="Arial"/>
              </a:rPr>
              <a:t> </a:t>
            </a:r>
            <a:r>
              <a:rPr lang="en-US" sz="2400" dirty="0" err="1">
                <a:latin typeface="+mj-lt"/>
                <a:cs typeface="Arial"/>
              </a:rPr>
              <a:t>kar</a:t>
            </a:r>
            <a:endParaRPr lang="en-US" sz="2400" dirty="0">
              <a:latin typeface="+mj-lt"/>
              <a:cs typeface="Arial"/>
            </a:endParaRPr>
          </a:p>
          <a:p>
            <a:r>
              <a:rPr lang="en-US" sz="2400" dirty="0">
                <a:latin typeface="+mj-lt"/>
                <a:cs typeface="Arial"/>
              </a:rPr>
              <a:t>Dual-stack </a:t>
            </a:r>
            <a:r>
              <a:rPr lang="en-US" sz="2400" dirty="0" err="1">
                <a:latin typeface="+mj-lt"/>
                <a:cs typeface="Arial"/>
              </a:rPr>
              <a:t>támogatás</a:t>
            </a:r>
            <a:endParaRPr lang="en-US" sz="2400" dirty="0" err="1">
              <a:latin typeface="+mj-lt"/>
            </a:endParaRPr>
          </a:p>
          <a:p>
            <a:pPr lvl="1"/>
            <a:r>
              <a:rPr lang="en-US" dirty="0">
                <a:latin typeface="+mj-lt"/>
                <a:cs typeface="Arial"/>
              </a:rPr>
              <a:t>OSPF routing</a:t>
            </a:r>
          </a:p>
          <a:p>
            <a:pPr lvl="1"/>
            <a:r>
              <a:rPr lang="en-US" dirty="0">
                <a:latin typeface="+mj-lt"/>
                <a:cs typeface="Arial"/>
              </a:rPr>
              <a:t>EIGRPv6 routing</a:t>
            </a:r>
          </a:p>
          <a:p>
            <a:r>
              <a:rPr lang="en-US" sz="2400" dirty="0">
                <a:latin typeface="+mj-lt"/>
                <a:cs typeface="Arial"/>
              </a:rPr>
              <a:t>Rapid PVST</a:t>
            </a:r>
            <a:endParaRPr lang="en-US" sz="2400" dirty="0">
              <a:latin typeface="+mj-lt"/>
            </a:endParaRPr>
          </a:p>
          <a:p>
            <a:r>
              <a:rPr lang="en-US" sz="2400" dirty="0" err="1">
                <a:latin typeface="+mj-lt"/>
                <a:cs typeface="Arial"/>
              </a:rPr>
              <a:t>Portbiztonság</a:t>
            </a:r>
            <a:endParaRPr lang="en-US" sz="2400" dirty="0">
              <a:latin typeface="+mj-lt"/>
            </a:endParaRPr>
          </a:p>
          <a:p>
            <a:r>
              <a:rPr lang="en-US" sz="2400" dirty="0">
                <a:latin typeface="+mj-lt"/>
                <a:cs typeface="Arial"/>
              </a:rPr>
              <a:t>DHCP+ARP snooping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D928866-898F-305F-DACD-76534C9EE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742" y="1828399"/>
            <a:ext cx="7459259" cy="414444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B149B26-65AA-6BEF-CD65-988AC6E6E1CC}"/>
              </a:ext>
            </a:extLst>
          </p:cNvPr>
          <p:cNvGrpSpPr/>
          <p:nvPr/>
        </p:nvGrpSpPr>
        <p:grpSpPr>
          <a:xfrm>
            <a:off x="-9524" y="-3175"/>
            <a:ext cx="12039504" cy="6880482"/>
            <a:chOff x="-9524" y="-3175"/>
            <a:chExt cx="12039504" cy="688048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B9807E7-EFBF-B395-4E33-5D51CF44F7AE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0"/>
              <a:ext cx="0" cy="21844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9E0514D-FB5A-678D-5D0C-A23A641C0D75}"/>
                </a:ext>
              </a:extLst>
            </p:cNvPr>
            <p:cNvSpPr>
              <a:spLocks/>
            </p:cNvSpPr>
            <p:nvPr/>
          </p:nvSpPr>
          <p:spPr>
            <a:xfrm>
              <a:off x="43954" y="2186781"/>
              <a:ext cx="170853" cy="16827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D1E0FAA-A4CF-F567-DD39-06FBF50C34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" y="1809750"/>
              <a:ext cx="107950" cy="114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F95486-2EB1-64AD-0E1C-6A17A42A46D2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1381125"/>
              <a:ext cx="134938" cy="1333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9498F90-495A-6ACA-5820-DEBFEE85011F}"/>
                </a:ext>
              </a:extLst>
            </p:cNvPr>
            <p:cNvCxnSpPr>
              <a:cxnSpLocks/>
            </p:cNvCxnSpPr>
            <p:nvPr/>
          </p:nvCxnSpPr>
          <p:spPr>
            <a:xfrm>
              <a:off x="259557" y="1507332"/>
              <a:ext cx="0" cy="3428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A03034-726A-DC2C-047C-191CBE9B3CA4}"/>
                </a:ext>
              </a:extLst>
            </p:cNvPr>
            <p:cNvSpPr>
              <a:spLocks/>
            </p:cNvSpPr>
            <p:nvPr/>
          </p:nvSpPr>
          <p:spPr>
            <a:xfrm>
              <a:off x="210048" y="1850231"/>
              <a:ext cx="102330" cy="1047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B25F864-6A3C-16C2-F056-693804EEF3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047" y="0"/>
              <a:ext cx="3175" cy="9969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AFEEB67-296A-E229-93E4-6A02D8E30A86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210046" y="996950"/>
              <a:ext cx="352787" cy="81722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1DAB140-7DEC-EA3A-E426-2E8DF14ECA23}"/>
                </a:ext>
              </a:extLst>
            </p:cNvPr>
            <p:cNvSpPr>
              <a:spLocks/>
            </p:cNvSpPr>
            <p:nvPr/>
          </p:nvSpPr>
          <p:spPr>
            <a:xfrm rot="1356171">
              <a:off x="507390" y="1809353"/>
              <a:ext cx="184544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0DA5197-C75D-3460-7C20-1403D9A2B4E6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0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5FFA8D7-2191-3D1A-92A2-045FE109F1DA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618518"/>
              <a:ext cx="350639" cy="82928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D9A1DA-C5C9-122F-FA97-0CC8FAB7B6FE}"/>
                </a:ext>
              </a:extLst>
            </p:cNvPr>
            <p:cNvCxnSpPr>
              <a:cxnSpLocks/>
            </p:cNvCxnSpPr>
            <p:nvPr/>
          </p:nvCxnSpPr>
          <p:spPr>
            <a:xfrm>
              <a:off x="682823" y="299735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693B866-548F-03D5-8E71-83AFA0354861}"/>
                </a:ext>
              </a:extLst>
            </p:cNvPr>
            <p:cNvCxnSpPr>
              <a:cxnSpLocks/>
            </p:cNvCxnSpPr>
            <p:nvPr/>
          </p:nvCxnSpPr>
          <p:spPr>
            <a:xfrm>
              <a:off x="559592" y="2381"/>
              <a:ext cx="127993" cy="30687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E623EF7-557C-3C39-A6F9-AAE22A66CFB8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406" y="1431553"/>
              <a:ext cx="180262" cy="17402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D7F1916-ED52-7BF7-FBD1-A20BCACCFD72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293" y="908856"/>
              <a:ext cx="174285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133DE94-9E42-A5B4-D26B-CFA723AA0FD4}"/>
                </a:ext>
              </a:extLst>
            </p:cNvPr>
            <p:cNvSpPr>
              <a:spLocks/>
            </p:cNvSpPr>
            <p:nvPr/>
          </p:nvSpPr>
          <p:spPr>
            <a:xfrm>
              <a:off x="1027288" y="493733"/>
              <a:ext cx="146867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75D2DCA-851A-50AD-979A-9434AAF65A69}"/>
                </a:ext>
              </a:extLst>
            </p:cNvPr>
            <p:cNvCxnSpPr>
              <a:cxnSpLocks/>
            </p:cNvCxnSpPr>
            <p:nvPr/>
          </p:nvCxnSpPr>
          <p:spPr>
            <a:xfrm>
              <a:off x="651569" y="2381"/>
              <a:ext cx="84237" cy="1976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9A38E14-4AC2-AF8A-F31E-6320E90227CB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735806" y="198116"/>
              <a:ext cx="312990" cy="31575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639412-3D4F-D9D7-BBF9-1D9106F57C35}"/>
                </a:ext>
              </a:extLst>
            </p:cNvPr>
            <p:cNvCxnSpPr>
              <a:cxnSpLocks/>
            </p:cNvCxnSpPr>
            <p:nvPr/>
          </p:nvCxnSpPr>
          <p:spPr>
            <a:xfrm>
              <a:off x="-9524" y="3553619"/>
              <a:ext cx="142875" cy="1206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CF66C85-46AC-99B2-C116-85E845512DDF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3669506"/>
              <a:ext cx="0" cy="3508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B26436D-EA43-17B5-1693-13F66C5A5DB1}"/>
                </a:ext>
              </a:extLst>
            </p:cNvPr>
            <p:cNvSpPr>
              <a:spLocks/>
            </p:cNvSpPr>
            <p:nvPr/>
          </p:nvSpPr>
          <p:spPr>
            <a:xfrm>
              <a:off x="39192" y="4020344"/>
              <a:ext cx="170853" cy="1682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0B0292B-6D30-0AE7-9F16-AC16ECD327E7}"/>
                </a:ext>
              </a:extLst>
            </p:cNvPr>
            <p:cNvCxnSpPr>
              <a:cxnSpLocks/>
            </p:cNvCxnSpPr>
            <p:nvPr/>
          </p:nvCxnSpPr>
          <p:spPr>
            <a:xfrm>
              <a:off x="146050" y="4657725"/>
              <a:ext cx="0" cy="22002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C059455-13B1-CF60-525E-FA7ADA81B7CB}"/>
                </a:ext>
              </a:extLst>
            </p:cNvPr>
            <p:cNvCxnSpPr>
              <a:cxnSpLocks/>
            </p:cNvCxnSpPr>
            <p:nvPr/>
          </p:nvCxnSpPr>
          <p:spPr>
            <a:xfrm>
              <a:off x="56653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EBAC8A0-9BC8-59B5-D9B1-77D26658F2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29275"/>
              <a:ext cx="59828" cy="241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E155F6A-13C7-EA7F-0896-74B70B1DE3C0}"/>
                </a:ext>
              </a:extLst>
            </p:cNvPr>
            <p:cNvCxnSpPr>
              <a:cxnSpLocks/>
            </p:cNvCxnSpPr>
            <p:nvPr/>
          </p:nvCxnSpPr>
          <p:spPr>
            <a:xfrm>
              <a:off x="235247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5736FA4-3FC0-9C2E-B4D3-2F5D0543D879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239416" y="5043822"/>
              <a:ext cx="337612" cy="8267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DFA6D93-2B8A-38C7-C4F7-8B087F0EC85F}"/>
                </a:ext>
              </a:extLst>
            </p:cNvPr>
            <p:cNvSpPr>
              <a:spLocks/>
            </p:cNvSpPr>
            <p:nvPr/>
          </p:nvSpPr>
          <p:spPr>
            <a:xfrm>
              <a:off x="523875" y="4862513"/>
              <a:ext cx="194067" cy="1952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BD6990B-3C96-63AE-1D9E-1767D4FD8F04}"/>
                </a:ext>
              </a:extLst>
            </p:cNvPr>
            <p:cNvCxnSpPr>
              <a:cxnSpLocks/>
            </p:cNvCxnSpPr>
            <p:nvPr/>
          </p:nvCxnSpPr>
          <p:spPr>
            <a:xfrm>
              <a:off x="324283" y="6234113"/>
              <a:ext cx="0" cy="62388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A858E8B-BD2D-E0F8-2F5C-38D683FF67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521" y="5414963"/>
              <a:ext cx="358540" cy="8381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1FEBFA5-62BB-CBC5-17AE-17605DBF6A89}"/>
                </a:ext>
              </a:extLst>
            </p:cNvPr>
            <p:cNvSpPr>
              <a:spLocks/>
            </p:cNvSpPr>
            <p:nvPr/>
          </p:nvSpPr>
          <p:spPr>
            <a:xfrm>
              <a:off x="616255" y="5253037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F5C2425-5B2F-E7E2-0D31-CD1903537635}"/>
                </a:ext>
              </a:extLst>
            </p:cNvPr>
            <p:cNvSpPr>
              <a:spLocks/>
            </p:cNvSpPr>
            <p:nvPr/>
          </p:nvSpPr>
          <p:spPr>
            <a:xfrm rot="21421688">
              <a:off x="616255" y="5772150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CBABCAF-922A-ED92-09CA-E961AAABEA42}"/>
                </a:ext>
              </a:extLst>
            </p:cNvPr>
            <p:cNvSpPr>
              <a:spLocks/>
            </p:cNvSpPr>
            <p:nvPr/>
          </p:nvSpPr>
          <p:spPr>
            <a:xfrm rot="21437781">
              <a:off x="1053757" y="6226001"/>
              <a:ext cx="140676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AFD5EA5-2682-1A3A-691F-1501030A08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250" y="6558265"/>
              <a:ext cx="128560" cy="29973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D4DA2D-AEF7-6B39-8E69-72D7A9FE3CAC}"/>
                </a:ext>
              </a:extLst>
            </p:cNvPr>
            <p:cNvCxnSpPr>
              <a:cxnSpLocks/>
              <a:stCxn id="36" idx="4"/>
            </p:cNvCxnSpPr>
            <p:nvPr/>
          </p:nvCxnSpPr>
          <p:spPr>
            <a:xfrm flipH="1">
              <a:off x="707377" y="5948412"/>
              <a:ext cx="2625" cy="61461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2BC6C3-30D4-7D27-CB82-5886B474DF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080" y="6662265"/>
              <a:ext cx="80776" cy="19811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322951A-45A3-5E10-5958-AD1BB20490EF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 flipH="1">
              <a:off x="750094" y="6345650"/>
              <a:ext cx="326613" cy="3242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ACCDD81-38BA-1383-029F-C0847F024B63}"/>
                </a:ext>
              </a:extLst>
            </p:cNvPr>
            <p:cNvSpPr>
              <a:spLocks/>
            </p:cNvSpPr>
            <p:nvPr/>
          </p:nvSpPr>
          <p:spPr>
            <a:xfrm>
              <a:off x="56653" y="4489449"/>
              <a:ext cx="175574" cy="1746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4538F93-AC2B-7B79-A086-C50038E6536E}"/>
                </a:ext>
              </a:extLst>
            </p:cNvPr>
            <p:cNvCxnSpPr>
              <a:cxnSpLocks/>
            </p:cNvCxnSpPr>
            <p:nvPr/>
          </p:nvCxnSpPr>
          <p:spPr>
            <a:xfrm>
              <a:off x="11455183" y="5602287"/>
              <a:ext cx="0" cy="127025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2171A3A-66AD-350F-473D-30E936E6E2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52802" y="5321300"/>
              <a:ext cx="285173" cy="2921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E1224A1-F498-1158-72CC-EA5E59FA5B84}"/>
                </a:ext>
              </a:extLst>
            </p:cNvPr>
            <p:cNvCxnSpPr>
              <a:cxnSpLocks/>
              <a:endCxn id="49" idx="4"/>
            </p:cNvCxnSpPr>
            <p:nvPr/>
          </p:nvCxnSpPr>
          <p:spPr>
            <a:xfrm flipV="1">
              <a:off x="11734869" y="5045598"/>
              <a:ext cx="1588" cy="2902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DF80EF6-7977-146B-5499-55FF2CED30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99" y="5688012"/>
              <a:ext cx="285173" cy="6576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F323C98-C65E-6930-FB16-3DCAC723F132}"/>
                </a:ext>
              </a:extLst>
            </p:cNvPr>
            <p:cNvCxnSpPr>
              <a:cxnSpLocks/>
            </p:cNvCxnSpPr>
            <p:nvPr/>
          </p:nvCxnSpPr>
          <p:spPr>
            <a:xfrm>
              <a:off x="11545174" y="6327775"/>
              <a:ext cx="0" cy="5495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D0C91B2-EB76-9638-9C9E-01D3067C8A3E}"/>
                </a:ext>
              </a:extLst>
            </p:cNvPr>
            <p:cNvCxnSpPr>
              <a:cxnSpLocks/>
            </p:cNvCxnSpPr>
            <p:nvPr/>
          </p:nvCxnSpPr>
          <p:spPr>
            <a:xfrm>
              <a:off x="11951277" y="6602541"/>
              <a:ext cx="0" cy="265241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5CE7872-1FDE-9E7A-D43B-DD6679D82CC5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8131" y="4879870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1D4ED8F-D1E3-9903-2555-132479A7BC4B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780006" y="5556406"/>
              <a:ext cx="144574" cy="1428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14C9C73-5341-0326-9591-71259804CEC7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861151" y="6432832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9AB35F5-91CC-1B34-A2F8-E6B923E9495D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0314" y="1550812"/>
              <a:ext cx="176641" cy="165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2B28FDA-A26C-F078-64C1-647B62246E85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385673" y="484941"/>
              <a:ext cx="125029" cy="130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25FEE07-944E-1B9E-1ED1-9078E5F6B834}"/>
                </a:ext>
              </a:extLst>
            </p:cNvPr>
            <p:cNvCxnSpPr>
              <a:cxnSpLocks/>
              <a:stCxn id="53" idx="7"/>
            </p:cNvCxnSpPr>
            <p:nvPr/>
          </p:nvCxnSpPr>
          <p:spPr>
            <a:xfrm flipV="1">
              <a:off x="11490163" y="176785"/>
              <a:ext cx="330596" cy="32526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36AFA71-CE1B-764D-31C2-5FA730125C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7584" y="0"/>
              <a:ext cx="74974" cy="1799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F9A5C42-5731-E4BC-8ECA-F78C7F38D4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2843" y="-3175"/>
              <a:ext cx="0" cy="9981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32BE970-D078-D310-E08D-EF4D294CB1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4733" y="985415"/>
              <a:ext cx="278110" cy="2750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D5B9228-A20D-E45D-D36B-108C23C450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7841" y="1250595"/>
              <a:ext cx="0" cy="3060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9691703"/>
      </p:ext>
    </p:extLst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1920B9-B075-84CB-CFC1-A49A8242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Topológia</a:t>
            </a:r>
            <a:r>
              <a:rPr lang="en-US" dirty="0"/>
              <a:t> | </a:t>
            </a:r>
            <a:r>
              <a:rPr lang="en-US" dirty="0" err="1"/>
              <a:t>Informatikai</a:t>
            </a:r>
            <a:r>
              <a:rPr lang="en-US" dirty="0"/>
              <a:t> </a:t>
            </a:r>
            <a:r>
              <a:rPr lang="en-US" dirty="0" err="1"/>
              <a:t>kar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4028E8-AADD-F377-1CCD-1E80B5216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7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>
                <a:latin typeface="+mj-lt"/>
                <a:cs typeface="Arial"/>
              </a:rPr>
              <a:t>Karon </a:t>
            </a:r>
            <a:r>
              <a:rPr lang="en-US" sz="2400" dirty="0" err="1">
                <a:latin typeface="+mj-lt"/>
                <a:cs typeface="Arial"/>
              </a:rPr>
              <a:t>belüli</a:t>
            </a:r>
            <a:r>
              <a:rPr lang="en-US" sz="2400" dirty="0">
                <a:latin typeface="+mj-lt"/>
                <a:cs typeface="Arial"/>
              </a:rPr>
              <a:t> </a:t>
            </a:r>
            <a:r>
              <a:rPr lang="en-US" sz="2400" dirty="0" err="1">
                <a:latin typeface="+mj-lt"/>
                <a:cs typeface="Arial"/>
              </a:rPr>
              <a:t>redundancia</a:t>
            </a:r>
            <a:endParaRPr lang="en-US" sz="2400" dirty="0">
              <a:latin typeface="+mj-lt"/>
              <a:cs typeface="Arial"/>
            </a:endParaRPr>
          </a:p>
          <a:p>
            <a:pPr lvl="1"/>
            <a:r>
              <a:rPr lang="en-US" dirty="0">
                <a:latin typeface="+mj-lt"/>
                <a:cs typeface="Arial"/>
              </a:rPr>
              <a:t>HSRP</a:t>
            </a:r>
          </a:p>
          <a:p>
            <a:r>
              <a:rPr lang="en-US" sz="2400" dirty="0" err="1">
                <a:latin typeface="+mj-lt"/>
                <a:cs typeface="Arial"/>
              </a:rPr>
              <a:t>Aggregáció</a:t>
            </a:r>
            <a:r>
              <a:rPr lang="en-US" sz="2400" dirty="0">
                <a:latin typeface="+mj-lt"/>
                <a:cs typeface="Arial"/>
              </a:rPr>
              <a:t> distribution </a:t>
            </a:r>
            <a:r>
              <a:rPr lang="en-US" sz="2400" dirty="0" err="1">
                <a:latin typeface="+mj-lt"/>
                <a:cs typeface="Arial"/>
              </a:rPr>
              <a:t>switchek</a:t>
            </a:r>
            <a:r>
              <a:rPr lang="en-US" sz="2400" dirty="0">
                <a:latin typeface="+mj-lt"/>
                <a:cs typeface="Arial"/>
              </a:rPr>
              <a:t> </a:t>
            </a:r>
            <a:r>
              <a:rPr lang="en-US" sz="2400" dirty="0" err="1">
                <a:latin typeface="+mj-lt"/>
                <a:cs typeface="Arial"/>
              </a:rPr>
              <a:t>közt</a:t>
            </a:r>
            <a:endParaRPr lang="en-US" sz="2400" dirty="0">
              <a:latin typeface="+mj-lt"/>
              <a:cs typeface="Arial"/>
            </a:endParaRPr>
          </a:p>
          <a:p>
            <a:r>
              <a:rPr lang="en-US" sz="2400" dirty="0" err="1">
                <a:latin typeface="+mj-lt"/>
                <a:cs typeface="Arial"/>
              </a:rPr>
              <a:t>Izolált</a:t>
            </a:r>
            <a:r>
              <a:rPr lang="en-US" sz="2400" dirty="0">
                <a:latin typeface="+mj-lt"/>
                <a:cs typeface="Arial"/>
              </a:rPr>
              <a:t> GH</a:t>
            </a:r>
          </a:p>
          <a:p>
            <a:pPr lvl="1"/>
            <a:r>
              <a:rPr lang="en-US" dirty="0" err="1">
                <a:latin typeface="+mj-lt"/>
                <a:cs typeface="Arial"/>
              </a:rPr>
              <a:t>Csak</a:t>
            </a:r>
            <a:r>
              <a:rPr lang="en-US" dirty="0">
                <a:latin typeface="+mj-lt"/>
                <a:cs typeface="Arial"/>
              </a:rPr>
              <a:t> </a:t>
            </a:r>
            <a:r>
              <a:rPr lang="en-US" dirty="0" err="1">
                <a:latin typeface="+mj-lt"/>
                <a:cs typeface="Arial"/>
              </a:rPr>
              <a:t>az</a:t>
            </a:r>
            <a:r>
              <a:rPr lang="en-US" dirty="0">
                <a:latin typeface="+mj-lt"/>
                <a:cs typeface="Arial"/>
              </a:rPr>
              <a:t> </a:t>
            </a:r>
            <a:r>
              <a:rPr lang="en-US" dirty="0" err="1">
                <a:latin typeface="+mj-lt"/>
                <a:cs typeface="Arial"/>
              </a:rPr>
              <a:t>internetet</a:t>
            </a:r>
            <a:r>
              <a:rPr lang="en-US" dirty="0">
                <a:latin typeface="+mj-lt"/>
                <a:cs typeface="Arial"/>
              </a:rPr>
              <a:t> </a:t>
            </a:r>
            <a:r>
              <a:rPr lang="en-US" dirty="0" err="1">
                <a:latin typeface="+mj-lt"/>
                <a:cs typeface="Arial"/>
              </a:rPr>
              <a:t>és</a:t>
            </a:r>
            <a:r>
              <a:rPr lang="en-US" dirty="0">
                <a:latin typeface="+mj-lt"/>
                <a:cs typeface="Arial"/>
              </a:rPr>
              <a:t> </a:t>
            </a:r>
            <a:r>
              <a:rPr lang="en-US" dirty="0" err="1">
                <a:latin typeface="+mj-lt"/>
                <a:cs typeface="Arial"/>
              </a:rPr>
              <a:t>szervert</a:t>
            </a:r>
            <a:r>
              <a:rPr lang="en-US" dirty="0">
                <a:latin typeface="+mj-lt"/>
                <a:cs typeface="Arial"/>
              </a:rPr>
              <a:t> </a:t>
            </a:r>
            <a:r>
              <a:rPr lang="en-US" dirty="0" err="1">
                <a:latin typeface="+mj-lt"/>
                <a:cs typeface="Arial"/>
              </a:rPr>
              <a:t>érhetik</a:t>
            </a:r>
            <a:r>
              <a:rPr lang="en-US" dirty="0">
                <a:latin typeface="+mj-lt"/>
                <a:cs typeface="Arial"/>
              </a:rPr>
              <a:t> </a:t>
            </a:r>
            <a:r>
              <a:rPr lang="en-US" dirty="0" err="1">
                <a:latin typeface="+mj-lt"/>
                <a:cs typeface="Arial"/>
              </a:rPr>
              <a:t>el</a:t>
            </a:r>
            <a:endParaRPr lang="en-US" dirty="0">
              <a:latin typeface="+mj-lt"/>
              <a:cs typeface="Arial"/>
            </a:endParaRPr>
          </a:p>
          <a:p>
            <a:r>
              <a:rPr lang="en-US" sz="2400" dirty="0">
                <a:latin typeface="+mj-lt"/>
                <a:cs typeface="Arial"/>
              </a:rPr>
              <a:t>QoS </a:t>
            </a:r>
            <a:r>
              <a:rPr lang="en-US" sz="2400" dirty="0" err="1">
                <a:latin typeface="+mj-lt"/>
                <a:cs typeface="Arial"/>
              </a:rPr>
              <a:t>tanároknak</a:t>
            </a:r>
            <a:endParaRPr lang="en-US" sz="2400" dirty="0">
              <a:latin typeface="+mj-lt"/>
              <a:cs typeface="Arial"/>
            </a:endParaRPr>
          </a:p>
          <a:p>
            <a:r>
              <a:rPr lang="en-US" sz="2400" dirty="0" err="1">
                <a:latin typeface="+mj-lt"/>
                <a:cs typeface="Arial"/>
              </a:rPr>
              <a:t>Portbiztonság</a:t>
            </a:r>
            <a:endParaRPr lang="en-US" sz="2400" dirty="0">
              <a:latin typeface="+mj-lt"/>
              <a:cs typeface="Arial"/>
            </a:endParaRPr>
          </a:p>
          <a:p>
            <a:r>
              <a:rPr lang="en-US" sz="2400" dirty="0">
                <a:latin typeface="+mj-lt"/>
                <a:cs typeface="Arial"/>
              </a:rPr>
              <a:t>DHCP+ARP snooping</a:t>
            </a:r>
            <a:endParaRPr lang="en-US" sz="2400" dirty="0">
              <a:latin typeface="+mj-lt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FB0C67A-DAA8-109C-FDE8-D1E0A4C1F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106" y="1677779"/>
            <a:ext cx="6429894" cy="518022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B06E193-C1DC-BB3D-6897-2E0B0668D041}"/>
              </a:ext>
            </a:extLst>
          </p:cNvPr>
          <p:cNvGrpSpPr/>
          <p:nvPr/>
        </p:nvGrpSpPr>
        <p:grpSpPr>
          <a:xfrm>
            <a:off x="-9524" y="-3175"/>
            <a:ext cx="12039504" cy="6880482"/>
            <a:chOff x="-9524" y="-3175"/>
            <a:chExt cx="12039504" cy="688048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2E54E03-F03E-D23E-EB70-C8DE27839258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0"/>
              <a:ext cx="0" cy="21844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08EF024-8E14-C627-C5AC-D278967769C5}"/>
                </a:ext>
              </a:extLst>
            </p:cNvPr>
            <p:cNvSpPr>
              <a:spLocks/>
            </p:cNvSpPr>
            <p:nvPr/>
          </p:nvSpPr>
          <p:spPr>
            <a:xfrm>
              <a:off x="43954" y="2186781"/>
              <a:ext cx="170853" cy="16827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6F17D29-AAF7-7B50-3CB6-63AACA7241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" y="1809750"/>
              <a:ext cx="107950" cy="114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790DB65-4294-474A-F2C0-B20A45B288CB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1381125"/>
              <a:ext cx="134938" cy="1333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3FE614-0111-91BD-D50F-DF24850DC76D}"/>
                </a:ext>
              </a:extLst>
            </p:cNvPr>
            <p:cNvCxnSpPr>
              <a:cxnSpLocks/>
            </p:cNvCxnSpPr>
            <p:nvPr/>
          </p:nvCxnSpPr>
          <p:spPr>
            <a:xfrm>
              <a:off x="259557" y="1507332"/>
              <a:ext cx="0" cy="3428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E68A677-FF0E-86E1-1E03-5F8E8F8B5A1E}"/>
                </a:ext>
              </a:extLst>
            </p:cNvPr>
            <p:cNvSpPr>
              <a:spLocks/>
            </p:cNvSpPr>
            <p:nvPr/>
          </p:nvSpPr>
          <p:spPr>
            <a:xfrm>
              <a:off x="210048" y="1850231"/>
              <a:ext cx="102330" cy="1047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DA207F8-A0BA-DDFA-8176-F6DB0FCEE6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047" y="0"/>
              <a:ext cx="3175" cy="9969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3A20E24-23D9-6C11-16A8-9A61DFA4CD2D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210046" y="996950"/>
              <a:ext cx="352787" cy="81722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B73F17F-5EE2-DDE5-99A1-3A54E2CF2654}"/>
                </a:ext>
              </a:extLst>
            </p:cNvPr>
            <p:cNvSpPr>
              <a:spLocks/>
            </p:cNvSpPr>
            <p:nvPr/>
          </p:nvSpPr>
          <p:spPr>
            <a:xfrm rot="1356171">
              <a:off x="507390" y="1809353"/>
              <a:ext cx="184544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C909CD8-6F7B-24C3-F03B-23C853E83165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0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81A478A-2C2D-0F8C-2C42-4934A5EFD682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618518"/>
              <a:ext cx="350639" cy="82928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B0D40BF-CFDB-FDE2-BD21-BF7F32EA1817}"/>
                </a:ext>
              </a:extLst>
            </p:cNvPr>
            <p:cNvCxnSpPr>
              <a:cxnSpLocks/>
            </p:cNvCxnSpPr>
            <p:nvPr/>
          </p:nvCxnSpPr>
          <p:spPr>
            <a:xfrm>
              <a:off x="682823" y="299735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3538571-962E-DE67-A6BF-CF2047531310}"/>
                </a:ext>
              </a:extLst>
            </p:cNvPr>
            <p:cNvCxnSpPr>
              <a:cxnSpLocks/>
            </p:cNvCxnSpPr>
            <p:nvPr/>
          </p:nvCxnSpPr>
          <p:spPr>
            <a:xfrm>
              <a:off x="559592" y="2381"/>
              <a:ext cx="127993" cy="30687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172995A-35FF-6963-DACA-E26F1E0EC713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406" y="1431553"/>
              <a:ext cx="180262" cy="17402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0F16DE1-6087-B288-EAD7-25425B2A8145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293" y="908856"/>
              <a:ext cx="174285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A1C624C-213E-27DA-0AA5-BCF1A4410D51}"/>
                </a:ext>
              </a:extLst>
            </p:cNvPr>
            <p:cNvSpPr>
              <a:spLocks/>
            </p:cNvSpPr>
            <p:nvPr/>
          </p:nvSpPr>
          <p:spPr>
            <a:xfrm>
              <a:off x="1027288" y="493733"/>
              <a:ext cx="146867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2ADAC34-4A24-F365-DA45-90F5DEDDDB24}"/>
                </a:ext>
              </a:extLst>
            </p:cNvPr>
            <p:cNvCxnSpPr>
              <a:cxnSpLocks/>
            </p:cNvCxnSpPr>
            <p:nvPr/>
          </p:nvCxnSpPr>
          <p:spPr>
            <a:xfrm>
              <a:off x="651569" y="2381"/>
              <a:ext cx="84237" cy="1976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7C3F39-25DB-8C6C-F937-8CA99215532B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735806" y="198116"/>
              <a:ext cx="312990" cy="31575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91139B-AE92-2870-1537-87169508BB18}"/>
                </a:ext>
              </a:extLst>
            </p:cNvPr>
            <p:cNvCxnSpPr>
              <a:cxnSpLocks/>
            </p:cNvCxnSpPr>
            <p:nvPr/>
          </p:nvCxnSpPr>
          <p:spPr>
            <a:xfrm>
              <a:off x="-9524" y="3553619"/>
              <a:ext cx="142875" cy="1206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8BBE000-4170-A243-201F-1095DA542CC7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3669506"/>
              <a:ext cx="0" cy="3508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4945942-5E26-4528-A0CE-7AC4D8DADD36}"/>
                </a:ext>
              </a:extLst>
            </p:cNvPr>
            <p:cNvSpPr>
              <a:spLocks/>
            </p:cNvSpPr>
            <p:nvPr/>
          </p:nvSpPr>
          <p:spPr>
            <a:xfrm>
              <a:off x="39192" y="4020344"/>
              <a:ext cx="170853" cy="1682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B10723A-CF76-F17A-9E88-AA6605689479}"/>
                </a:ext>
              </a:extLst>
            </p:cNvPr>
            <p:cNvCxnSpPr>
              <a:cxnSpLocks/>
            </p:cNvCxnSpPr>
            <p:nvPr/>
          </p:nvCxnSpPr>
          <p:spPr>
            <a:xfrm>
              <a:off x="146050" y="4657725"/>
              <a:ext cx="0" cy="22002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E62B3BC-5301-8F46-E72B-671A06CD3EE8}"/>
                </a:ext>
              </a:extLst>
            </p:cNvPr>
            <p:cNvCxnSpPr>
              <a:cxnSpLocks/>
            </p:cNvCxnSpPr>
            <p:nvPr/>
          </p:nvCxnSpPr>
          <p:spPr>
            <a:xfrm>
              <a:off x="56653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642E7C0-4546-7296-2CD8-8196A77526A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29275"/>
              <a:ext cx="59828" cy="241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470B069-FC83-E360-670D-0B418615E496}"/>
                </a:ext>
              </a:extLst>
            </p:cNvPr>
            <p:cNvCxnSpPr>
              <a:cxnSpLocks/>
            </p:cNvCxnSpPr>
            <p:nvPr/>
          </p:nvCxnSpPr>
          <p:spPr>
            <a:xfrm>
              <a:off x="235247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2AC79E8-6E3F-49A7-1BD0-54A734DFC679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239416" y="5043822"/>
              <a:ext cx="337612" cy="8267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2CF6F32-C8CD-4311-683B-C22DD7ABC9A6}"/>
                </a:ext>
              </a:extLst>
            </p:cNvPr>
            <p:cNvSpPr>
              <a:spLocks/>
            </p:cNvSpPr>
            <p:nvPr/>
          </p:nvSpPr>
          <p:spPr>
            <a:xfrm>
              <a:off x="523875" y="4862513"/>
              <a:ext cx="194067" cy="1952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D40FAD-5C90-E5AC-939D-0062E54E3CB1}"/>
                </a:ext>
              </a:extLst>
            </p:cNvPr>
            <p:cNvCxnSpPr>
              <a:cxnSpLocks/>
            </p:cNvCxnSpPr>
            <p:nvPr/>
          </p:nvCxnSpPr>
          <p:spPr>
            <a:xfrm>
              <a:off x="324283" y="6234113"/>
              <a:ext cx="0" cy="62388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9B275A5-B229-4E30-380E-D6D0D7C42C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521" y="5414963"/>
              <a:ext cx="358540" cy="8381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4C70ABF-6664-40BC-3E51-F9ED17721B9F}"/>
                </a:ext>
              </a:extLst>
            </p:cNvPr>
            <p:cNvSpPr>
              <a:spLocks/>
            </p:cNvSpPr>
            <p:nvPr/>
          </p:nvSpPr>
          <p:spPr>
            <a:xfrm>
              <a:off x="616255" y="5253037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B7356F7-4E93-6865-372A-B8138B27E23E}"/>
                </a:ext>
              </a:extLst>
            </p:cNvPr>
            <p:cNvSpPr>
              <a:spLocks/>
            </p:cNvSpPr>
            <p:nvPr/>
          </p:nvSpPr>
          <p:spPr>
            <a:xfrm rot="21421688">
              <a:off x="616255" y="5772150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B7F721B-33B2-7FE6-9FCE-9CCDF34B15DC}"/>
                </a:ext>
              </a:extLst>
            </p:cNvPr>
            <p:cNvSpPr>
              <a:spLocks/>
            </p:cNvSpPr>
            <p:nvPr/>
          </p:nvSpPr>
          <p:spPr>
            <a:xfrm rot="21437781">
              <a:off x="1053757" y="6226001"/>
              <a:ext cx="140676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DDA2AAF-D58F-2270-08D5-C87B3F6BB3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250" y="6558265"/>
              <a:ext cx="128560" cy="29973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830F104-3F63-F649-109B-79FD2D9D9E49}"/>
                </a:ext>
              </a:extLst>
            </p:cNvPr>
            <p:cNvCxnSpPr>
              <a:cxnSpLocks/>
              <a:stCxn id="36" idx="4"/>
            </p:cNvCxnSpPr>
            <p:nvPr/>
          </p:nvCxnSpPr>
          <p:spPr>
            <a:xfrm flipH="1">
              <a:off x="707377" y="5948412"/>
              <a:ext cx="2625" cy="61461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F8EC050-E122-CE33-E7E5-A41D7E7CB1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080" y="6662265"/>
              <a:ext cx="80776" cy="19811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3FA4497-A069-18A7-5419-3B16DBBB4203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 flipH="1">
              <a:off x="750094" y="6345650"/>
              <a:ext cx="326613" cy="3242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2977449-B9BF-3D89-22EB-35BBC822C2FE}"/>
                </a:ext>
              </a:extLst>
            </p:cNvPr>
            <p:cNvSpPr>
              <a:spLocks/>
            </p:cNvSpPr>
            <p:nvPr/>
          </p:nvSpPr>
          <p:spPr>
            <a:xfrm>
              <a:off x="56653" y="4489449"/>
              <a:ext cx="175574" cy="1746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EB3A5B-28D6-7182-61D9-CA1446EC26AE}"/>
                </a:ext>
              </a:extLst>
            </p:cNvPr>
            <p:cNvCxnSpPr>
              <a:cxnSpLocks/>
            </p:cNvCxnSpPr>
            <p:nvPr/>
          </p:nvCxnSpPr>
          <p:spPr>
            <a:xfrm>
              <a:off x="11455183" y="5602287"/>
              <a:ext cx="0" cy="127025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8236BB4-3D1E-0063-86B8-179C0607E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52802" y="5321300"/>
              <a:ext cx="285173" cy="2921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F2CAB67-2C52-8D17-2E7A-887E5B44176F}"/>
                </a:ext>
              </a:extLst>
            </p:cNvPr>
            <p:cNvCxnSpPr>
              <a:cxnSpLocks/>
              <a:endCxn id="49" idx="4"/>
            </p:cNvCxnSpPr>
            <p:nvPr/>
          </p:nvCxnSpPr>
          <p:spPr>
            <a:xfrm flipV="1">
              <a:off x="11734869" y="5045598"/>
              <a:ext cx="1588" cy="2902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63A20C1-6A53-D0F9-F016-7FB3C76D43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99" y="5688012"/>
              <a:ext cx="285173" cy="6576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944DCD2-5E8B-B6F9-EBB3-544D69A8F331}"/>
                </a:ext>
              </a:extLst>
            </p:cNvPr>
            <p:cNvCxnSpPr>
              <a:cxnSpLocks/>
            </p:cNvCxnSpPr>
            <p:nvPr/>
          </p:nvCxnSpPr>
          <p:spPr>
            <a:xfrm>
              <a:off x="11545174" y="6327775"/>
              <a:ext cx="0" cy="5495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0D8159C-EE8A-3CD7-7324-516B00FF3665}"/>
                </a:ext>
              </a:extLst>
            </p:cNvPr>
            <p:cNvCxnSpPr>
              <a:cxnSpLocks/>
            </p:cNvCxnSpPr>
            <p:nvPr/>
          </p:nvCxnSpPr>
          <p:spPr>
            <a:xfrm>
              <a:off x="11951277" y="6602541"/>
              <a:ext cx="0" cy="265241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799868A-8CB2-C96B-F210-D4CD84075D01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8131" y="4879870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232F1B0-C6EE-B6A7-B0E8-E0629549604A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780006" y="5556406"/>
              <a:ext cx="144574" cy="1428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05BA3F2-A032-650D-6A61-BD3B7FE95CE8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861151" y="6432832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C962886-05DF-0A1C-6F24-BE7186B2E855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0314" y="1550812"/>
              <a:ext cx="176641" cy="165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F7F1EFA-6E40-0164-5D43-4B7CE407ADA3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385673" y="484941"/>
              <a:ext cx="125029" cy="130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93A6357-B505-DA35-CEBD-F2F13176AF80}"/>
                </a:ext>
              </a:extLst>
            </p:cNvPr>
            <p:cNvCxnSpPr>
              <a:cxnSpLocks/>
              <a:stCxn id="53" idx="7"/>
            </p:cNvCxnSpPr>
            <p:nvPr/>
          </p:nvCxnSpPr>
          <p:spPr>
            <a:xfrm flipV="1">
              <a:off x="11490163" y="176785"/>
              <a:ext cx="330596" cy="32526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52111C0-2145-60F2-6B69-1075C0A883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7584" y="0"/>
              <a:ext cx="74974" cy="1799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644F9E6-40F9-0371-472A-44664C523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2843" y="-3175"/>
              <a:ext cx="0" cy="9981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06D9227-35F5-0841-AEC8-F71939DA73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4733" y="985415"/>
              <a:ext cx="278110" cy="2750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A682FE3-6215-CCD7-5C2A-02351B7186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7841" y="1250595"/>
              <a:ext cx="0" cy="3060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3011697"/>
      </p:ext>
    </p:extLst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F28717-530A-ECE5-32D9-F5407E42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Topológia</a:t>
            </a:r>
            <a:r>
              <a:rPr lang="en-US" dirty="0"/>
              <a:t> | Core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8267D47-F56B-F2CE-D0B9-72C0D6934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 err="1">
                <a:latin typeface="+mj-lt"/>
              </a:rPr>
              <a:t>Hálózat</a:t>
            </a:r>
            <a:r>
              <a:rPr lang="en-US" dirty="0">
                <a:latin typeface="+mj-lt"/>
              </a:rPr>
              <a:t> edge, HBONE uplink</a:t>
            </a:r>
          </a:p>
          <a:p>
            <a:r>
              <a:rPr lang="en-US" dirty="0">
                <a:latin typeface="+mj-lt"/>
              </a:rPr>
              <a:t>ASA a </a:t>
            </a:r>
            <a:r>
              <a:rPr lang="en-US" dirty="0" err="1">
                <a:latin typeface="+mj-lt"/>
              </a:rPr>
              <a:t>kívülről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érkező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nem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kívánatos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forgalmak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tiltására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  <a:cs typeface="Arial"/>
              </a:rPr>
              <a:t>Core router: Catalyst 8500 </a:t>
            </a:r>
            <a:r>
              <a:rPr lang="en-US" dirty="0" err="1">
                <a:latin typeface="+mj-lt"/>
                <a:cs typeface="Arial"/>
              </a:rPr>
              <a:t>szériájú</a:t>
            </a:r>
            <a:r>
              <a:rPr lang="en-US" dirty="0">
                <a:latin typeface="+mj-lt"/>
                <a:cs typeface="Arial"/>
              </a:rPr>
              <a:t> switch</a:t>
            </a:r>
          </a:p>
          <a:p>
            <a:r>
              <a:rPr lang="en-US" dirty="0">
                <a:latin typeface="+mj-lt"/>
                <a:cs typeface="Arial"/>
              </a:rPr>
              <a:t>OSPF routing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  <a:cs typeface="Arial"/>
              </a:rPr>
              <a:t>PAT </a:t>
            </a:r>
            <a:r>
              <a:rPr lang="en-US" dirty="0" err="1">
                <a:latin typeface="+mj-lt"/>
                <a:cs typeface="Arial"/>
              </a:rPr>
              <a:t>belső</a:t>
            </a:r>
            <a:r>
              <a:rPr lang="en-US" dirty="0">
                <a:latin typeface="+mj-lt"/>
                <a:cs typeface="Arial"/>
              </a:rPr>
              <a:t> </a:t>
            </a:r>
            <a:r>
              <a:rPr lang="en-US" dirty="0" err="1">
                <a:latin typeface="+mj-lt"/>
                <a:cs typeface="Arial"/>
              </a:rPr>
              <a:t>hostokra</a:t>
            </a:r>
            <a:endParaRPr lang="en-US" dirty="0" err="1">
              <a:latin typeface="+mj-lt"/>
            </a:endParaRPr>
          </a:p>
          <a:p>
            <a:r>
              <a:rPr lang="en-US" dirty="0" err="1">
                <a:latin typeface="+mj-lt"/>
                <a:cs typeface="Arial"/>
              </a:rPr>
              <a:t>Statikus</a:t>
            </a:r>
            <a:r>
              <a:rPr lang="en-US" dirty="0">
                <a:latin typeface="+mj-lt"/>
                <a:cs typeface="Arial"/>
              </a:rPr>
              <a:t> NAT a </a:t>
            </a:r>
            <a:r>
              <a:rPr lang="en-US" dirty="0" err="1">
                <a:latin typeface="+mj-lt"/>
                <a:cs typeface="Arial"/>
              </a:rPr>
              <a:t>két</a:t>
            </a:r>
            <a:r>
              <a:rPr lang="en-US" dirty="0">
                <a:latin typeface="+mj-lt"/>
                <a:cs typeface="Arial"/>
              </a:rPr>
              <a:t> </a:t>
            </a:r>
            <a:r>
              <a:rPr lang="en-US" dirty="0" err="1">
                <a:latin typeface="+mj-lt"/>
                <a:cs typeface="Arial"/>
              </a:rPr>
              <a:t>szerverre</a:t>
            </a:r>
            <a:endParaRPr lang="en-US" dirty="0" err="1">
              <a:latin typeface="+mj-lt"/>
            </a:endParaRPr>
          </a:p>
          <a:p>
            <a:r>
              <a:rPr lang="en-US" dirty="0">
                <a:latin typeface="+mj-lt"/>
                <a:cs typeface="Arial"/>
              </a:rPr>
              <a:t>VPN a </a:t>
            </a:r>
            <a:r>
              <a:rPr lang="en-US" dirty="0" err="1">
                <a:latin typeface="+mj-lt"/>
                <a:cs typeface="Arial"/>
              </a:rPr>
              <a:t>belső</a:t>
            </a:r>
            <a:r>
              <a:rPr lang="en-US" dirty="0">
                <a:latin typeface="+mj-lt"/>
                <a:cs typeface="Arial"/>
              </a:rPr>
              <a:t> </a:t>
            </a:r>
            <a:r>
              <a:rPr lang="en-US" dirty="0" err="1">
                <a:latin typeface="+mj-lt"/>
                <a:cs typeface="Arial"/>
              </a:rPr>
              <a:t>hálózat</a:t>
            </a:r>
            <a:r>
              <a:rPr lang="en-US" dirty="0">
                <a:latin typeface="+mj-lt"/>
                <a:cs typeface="Arial"/>
              </a:rPr>
              <a:t> </a:t>
            </a:r>
            <a:r>
              <a:rPr lang="en-US" dirty="0" err="1">
                <a:latin typeface="+mj-lt"/>
                <a:cs typeface="Arial"/>
              </a:rPr>
              <a:t>erőforrásainak</a:t>
            </a:r>
            <a:r>
              <a:rPr lang="en-US" dirty="0">
                <a:latin typeface="+mj-lt"/>
                <a:cs typeface="Arial"/>
              </a:rPr>
              <a:t> </a:t>
            </a:r>
            <a:r>
              <a:rPr lang="en-US" dirty="0" err="1">
                <a:latin typeface="+mj-lt"/>
                <a:cs typeface="Arial"/>
              </a:rPr>
              <a:t>elérése</a:t>
            </a:r>
            <a:r>
              <a:rPr lang="en-US" dirty="0">
                <a:latin typeface="+mj-lt"/>
                <a:cs typeface="Arial"/>
              </a:rPr>
              <a:t> </a:t>
            </a:r>
            <a:r>
              <a:rPr lang="en-US" dirty="0" err="1">
                <a:latin typeface="+mj-lt"/>
                <a:cs typeface="Arial"/>
              </a:rPr>
              <a:t>végett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2E3951-C87A-91F7-FE44-F8F7BA049EC0}"/>
              </a:ext>
            </a:extLst>
          </p:cNvPr>
          <p:cNvGrpSpPr/>
          <p:nvPr/>
        </p:nvGrpSpPr>
        <p:grpSpPr>
          <a:xfrm>
            <a:off x="-9524" y="-3175"/>
            <a:ext cx="12039504" cy="6880482"/>
            <a:chOff x="-9524" y="-3175"/>
            <a:chExt cx="12039504" cy="688048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CEAB8D8-E287-B9B4-DECE-CBA258EE71D9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0"/>
              <a:ext cx="0" cy="21844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FF47F41-EBF8-58C2-BF90-E18C25189C9C}"/>
                </a:ext>
              </a:extLst>
            </p:cNvPr>
            <p:cNvSpPr>
              <a:spLocks/>
            </p:cNvSpPr>
            <p:nvPr/>
          </p:nvSpPr>
          <p:spPr>
            <a:xfrm>
              <a:off x="43954" y="2186781"/>
              <a:ext cx="170853" cy="16827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0A3FC18-4C29-5C52-BC86-F9B06A9DE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" y="1809750"/>
              <a:ext cx="107950" cy="114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856992C-DA8E-AD62-14FA-CEB70D41219B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1381125"/>
              <a:ext cx="134938" cy="1333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3E957FC-CA0D-F32D-F4D5-0775FF37C2E8}"/>
                </a:ext>
              </a:extLst>
            </p:cNvPr>
            <p:cNvCxnSpPr>
              <a:cxnSpLocks/>
            </p:cNvCxnSpPr>
            <p:nvPr/>
          </p:nvCxnSpPr>
          <p:spPr>
            <a:xfrm>
              <a:off x="259557" y="1507332"/>
              <a:ext cx="0" cy="3428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1504CC8-AEA8-C2DF-6F44-BD6B50C8263D}"/>
                </a:ext>
              </a:extLst>
            </p:cNvPr>
            <p:cNvSpPr>
              <a:spLocks/>
            </p:cNvSpPr>
            <p:nvPr/>
          </p:nvSpPr>
          <p:spPr>
            <a:xfrm>
              <a:off x="210048" y="1850231"/>
              <a:ext cx="102330" cy="1047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4DA0C54-AAE2-AD34-F80A-D48878D55E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047" y="0"/>
              <a:ext cx="3175" cy="9969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DCD6A62-AB7B-169E-E94E-A2834E39CD78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210046" y="996950"/>
              <a:ext cx="352787" cy="81722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6D2B99F-D86D-DAB6-6668-6C788E212295}"/>
                </a:ext>
              </a:extLst>
            </p:cNvPr>
            <p:cNvSpPr>
              <a:spLocks/>
            </p:cNvSpPr>
            <p:nvPr/>
          </p:nvSpPr>
          <p:spPr>
            <a:xfrm rot="1356171">
              <a:off x="507390" y="1809353"/>
              <a:ext cx="184544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D0ED1B-B581-5D29-5496-C01A7E1B9DAC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0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0FC7F8A-B4CF-21D0-F20C-C37CD4139EC6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618518"/>
              <a:ext cx="350639" cy="82928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F3F20B9-5C9B-0E80-B9CC-DE9226879D4A}"/>
                </a:ext>
              </a:extLst>
            </p:cNvPr>
            <p:cNvCxnSpPr>
              <a:cxnSpLocks/>
            </p:cNvCxnSpPr>
            <p:nvPr/>
          </p:nvCxnSpPr>
          <p:spPr>
            <a:xfrm>
              <a:off x="682823" y="299735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B4F6718-5365-972B-E6D6-C6C82424ABAD}"/>
                </a:ext>
              </a:extLst>
            </p:cNvPr>
            <p:cNvCxnSpPr>
              <a:cxnSpLocks/>
            </p:cNvCxnSpPr>
            <p:nvPr/>
          </p:nvCxnSpPr>
          <p:spPr>
            <a:xfrm>
              <a:off x="559592" y="2381"/>
              <a:ext cx="127993" cy="30687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985FE5B-CF6E-BB20-E6C4-99376C951F6D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406" y="1431553"/>
              <a:ext cx="180262" cy="17402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9789F2D-C3BB-8CB5-3F8B-0A44A70952A9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293" y="908856"/>
              <a:ext cx="174285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15B2F79-791C-929E-E328-B540DE47B69C}"/>
                </a:ext>
              </a:extLst>
            </p:cNvPr>
            <p:cNvSpPr>
              <a:spLocks/>
            </p:cNvSpPr>
            <p:nvPr/>
          </p:nvSpPr>
          <p:spPr>
            <a:xfrm>
              <a:off x="1027288" y="493733"/>
              <a:ext cx="146867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402BAE1-688A-B79E-90E5-1BF1568DCA7F}"/>
                </a:ext>
              </a:extLst>
            </p:cNvPr>
            <p:cNvCxnSpPr>
              <a:cxnSpLocks/>
            </p:cNvCxnSpPr>
            <p:nvPr/>
          </p:nvCxnSpPr>
          <p:spPr>
            <a:xfrm>
              <a:off x="651569" y="2381"/>
              <a:ext cx="84237" cy="1976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C4FBCBB-64B4-D314-DF14-838BB5DDA101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735806" y="198116"/>
              <a:ext cx="312990" cy="31575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AE8A9A3-6964-C3B6-A030-62C311752FE7}"/>
                </a:ext>
              </a:extLst>
            </p:cNvPr>
            <p:cNvCxnSpPr>
              <a:cxnSpLocks/>
            </p:cNvCxnSpPr>
            <p:nvPr/>
          </p:nvCxnSpPr>
          <p:spPr>
            <a:xfrm>
              <a:off x="-9524" y="3553619"/>
              <a:ext cx="142875" cy="1206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C513D1F-8669-6127-C46B-D68DC1A71926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3669506"/>
              <a:ext cx="0" cy="3508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8CBC661-1CAF-0CCE-BF6F-D65ED8292F7D}"/>
                </a:ext>
              </a:extLst>
            </p:cNvPr>
            <p:cNvSpPr>
              <a:spLocks/>
            </p:cNvSpPr>
            <p:nvPr/>
          </p:nvSpPr>
          <p:spPr>
            <a:xfrm>
              <a:off x="39192" y="4020344"/>
              <a:ext cx="170853" cy="1682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46EC560-36D2-0B89-BE36-F8BEA26190CE}"/>
                </a:ext>
              </a:extLst>
            </p:cNvPr>
            <p:cNvCxnSpPr>
              <a:cxnSpLocks/>
            </p:cNvCxnSpPr>
            <p:nvPr/>
          </p:nvCxnSpPr>
          <p:spPr>
            <a:xfrm>
              <a:off x="146050" y="4657725"/>
              <a:ext cx="0" cy="22002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5D1CEBB-C257-7B94-8A1B-FC08CD049772}"/>
                </a:ext>
              </a:extLst>
            </p:cNvPr>
            <p:cNvCxnSpPr>
              <a:cxnSpLocks/>
            </p:cNvCxnSpPr>
            <p:nvPr/>
          </p:nvCxnSpPr>
          <p:spPr>
            <a:xfrm>
              <a:off x="56653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E967D1E-E904-7C0D-666D-E29487397B8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29275"/>
              <a:ext cx="59828" cy="241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92CA7EC-ACE3-6493-88A2-5EB66A8A5FF9}"/>
                </a:ext>
              </a:extLst>
            </p:cNvPr>
            <p:cNvCxnSpPr>
              <a:cxnSpLocks/>
            </p:cNvCxnSpPr>
            <p:nvPr/>
          </p:nvCxnSpPr>
          <p:spPr>
            <a:xfrm>
              <a:off x="235247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722385A-6A37-69CF-A090-E99028F7925F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239416" y="5043822"/>
              <a:ext cx="337612" cy="8267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5C56CBD-0B86-881E-75D5-9CA1A9B846B4}"/>
                </a:ext>
              </a:extLst>
            </p:cNvPr>
            <p:cNvSpPr>
              <a:spLocks/>
            </p:cNvSpPr>
            <p:nvPr/>
          </p:nvSpPr>
          <p:spPr>
            <a:xfrm>
              <a:off x="523875" y="4862513"/>
              <a:ext cx="194067" cy="1952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27E4D0E-4439-4357-402E-6F183B6A50CC}"/>
                </a:ext>
              </a:extLst>
            </p:cNvPr>
            <p:cNvCxnSpPr>
              <a:cxnSpLocks/>
            </p:cNvCxnSpPr>
            <p:nvPr/>
          </p:nvCxnSpPr>
          <p:spPr>
            <a:xfrm>
              <a:off x="324283" y="6234113"/>
              <a:ext cx="0" cy="62388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0E22874-C9E1-74AD-7D5C-913773AFEE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521" y="5414963"/>
              <a:ext cx="358540" cy="8381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D1546F7-F726-A450-32C5-3128253CBC59}"/>
                </a:ext>
              </a:extLst>
            </p:cNvPr>
            <p:cNvSpPr>
              <a:spLocks/>
            </p:cNvSpPr>
            <p:nvPr/>
          </p:nvSpPr>
          <p:spPr>
            <a:xfrm>
              <a:off x="616255" y="5253037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D0C9C85-C9A9-14EF-F90C-6CBCF054A1D7}"/>
                </a:ext>
              </a:extLst>
            </p:cNvPr>
            <p:cNvSpPr>
              <a:spLocks/>
            </p:cNvSpPr>
            <p:nvPr/>
          </p:nvSpPr>
          <p:spPr>
            <a:xfrm rot="21421688">
              <a:off x="616255" y="5772150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CD6643A-4000-4F6C-6E85-AC8C19AEEC0D}"/>
                </a:ext>
              </a:extLst>
            </p:cNvPr>
            <p:cNvSpPr>
              <a:spLocks/>
            </p:cNvSpPr>
            <p:nvPr/>
          </p:nvSpPr>
          <p:spPr>
            <a:xfrm rot="21437781">
              <a:off x="1053757" y="6226001"/>
              <a:ext cx="140676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D07623E-0097-79E9-173F-C341E737B3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250" y="6558265"/>
              <a:ext cx="128560" cy="29973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5247DD1-E69D-34DA-AD9A-C5FA09147612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707377" y="5948412"/>
              <a:ext cx="2625" cy="61461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79D5AA5-B103-1DBE-B757-4CFBA327C6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080" y="6662265"/>
              <a:ext cx="80776" cy="19811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EC210FB-D603-A6D3-B7AA-7DB2B219724D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H="1">
              <a:off x="750094" y="6345650"/>
              <a:ext cx="326613" cy="3242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F5BCA61-2A70-07F4-5567-CBA1E9478884}"/>
                </a:ext>
              </a:extLst>
            </p:cNvPr>
            <p:cNvSpPr>
              <a:spLocks/>
            </p:cNvSpPr>
            <p:nvPr/>
          </p:nvSpPr>
          <p:spPr>
            <a:xfrm>
              <a:off x="56653" y="4489449"/>
              <a:ext cx="175574" cy="1746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682A3A4-6C13-EF28-DEFE-8E1581FEE4BF}"/>
                </a:ext>
              </a:extLst>
            </p:cNvPr>
            <p:cNvCxnSpPr>
              <a:cxnSpLocks/>
            </p:cNvCxnSpPr>
            <p:nvPr/>
          </p:nvCxnSpPr>
          <p:spPr>
            <a:xfrm>
              <a:off x="11455183" y="5602287"/>
              <a:ext cx="0" cy="127025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A98659E-5FF0-CBFD-8F56-17F1C2DCFF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52802" y="5321300"/>
              <a:ext cx="285173" cy="2921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99CFBA6-2935-543A-45EC-6DF547344B32}"/>
                </a:ext>
              </a:extLst>
            </p:cNvPr>
            <p:cNvCxnSpPr>
              <a:cxnSpLocks/>
              <a:endCxn id="48" idx="4"/>
            </p:cNvCxnSpPr>
            <p:nvPr/>
          </p:nvCxnSpPr>
          <p:spPr>
            <a:xfrm flipV="1">
              <a:off x="11734869" y="5045598"/>
              <a:ext cx="1588" cy="2902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553362-58C4-418D-D206-420E966C7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99" y="5688012"/>
              <a:ext cx="285173" cy="6576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81679AA-B7E0-70D2-B440-6049858E36E8}"/>
                </a:ext>
              </a:extLst>
            </p:cNvPr>
            <p:cNvCxnSpPr>
              <a:cxnSpLocks/>
            </p:cNvCxnSpPr>
            <p:nvPr/>
          </p:nvCxnSpPr>
          <p:spPr>
            <a:xfrm>
              <a:off x="11545174" y="6327775"/>
              <a:ext cx="0" cy="5495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503BC7B-3652-4E7B-382D-B27B86562738}"/>
                </a:ext>
              </a:extLst>
            </p:cNvPr>
            <p:cNvCxnSpPr>
              <a:cxnSpLocks/>
            </p:cNvCxnSpPr>
            <p:nvPr/>
          </p:nvCxnSpPr>
          <p:spPr>
            <a:xfrm>
              <a:off x="11951277" y="6602541"/>
              <a:ext cx="0" cy="265241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37162A4-C63F-0FDC-E8F2-7F48ADFE6B7C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8131" y="4879870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DB15FFF-43E5-9D53-19B0-3C72F5F98120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780006" y="5556406"/>
              <a:ext cx="144574" cy="1428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817019B-E98F-0EE5-4FC6-0C52F8A10928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861151" y="6432832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D08747C-153C-E40A-8EA6-F0521DE41874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0314" y="1550812"/>
              <a:ext cx="176641" cy="165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6CDCEEE-7F27-5B15-34B4-A3E00A6804DC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385673" y="484941"/>
              <a:ext cx="125029" cy="130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9B9B387-5F67-7AD4-1DEF-70B8A5AECED6}"/>
                </a:ext>
              </a:extLst>
            </p:cNvPr>
            <p:cNvCxnSpPr>
              <a:cxnSpLocks/>
              <a:stCxn id="52" idx="7"/>
            </p:cNvCxnSpPr>
            <p:nvPr/>
          </p:nvCxnSpPr>
          <p:spPr>
            <a:xfrm flipV="1">
              <a:off x="11490163" y="176785"/>
              <a:ext cx="330596" cy="32526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D10F5E3-C437-27D1-F75F-6C795342E2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7584" y="0"/>
              <a:ext cx="74974" cy="1799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6E2F361-7EA3-CE00-97F9-EC379445F9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2843" y="-3175"/>
              <a:ext cx="0" cy="9981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A01145F-C1AA-3202-9F4F-9C41197B30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4733" y="985415"/>
              <a:ext cx="278110" cy="2750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CF91B51-A3D9-8A8B-046C-FEBDADFE7A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7841" y="1250595"/>
              <a:ext cx="0" cy="3060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7993681"/>
      </p:ext>
    </p:extLst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48EA88-C14A-9A6D-130C-F32B63A44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Címtartományok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166C9E-7D62-9E73-9AA6-D5870E0DB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Egy</a:t>
            </a:r>
            <a:r>
              <a:rPr lang="en-US" dirty="0"/>
              <a:t> 172.16.0.0/12 </a:t>
            </a:r>
            <a:r>
              <a:rPr lang="en-US" dirty="0" err="1"/>
              <a:t>subnetből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172.16.0.0/23 </a:t>
            </a:r>
            <a:r>
              <a:rPr lang="en-US" dirty="0" err="1"/>
              <a:t>subnetek</a:t>
            </a:r>
            <a:r>
              <a:rPr lang="en-US" dirty="0"/>
              <a:t> </a:t>
            </a:r>
            <a:r>
              <a:rPr lang="en-US" dirty="0" err="1"/>
              <a:t>diákoknak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172.16.10.0/24 </a:t>
            </a:r>
            <a:r>
              <a:rPr lang="en-US" dirty="0" err="1"/>
              <a:t>subnetek</a:t>
            </a:r>
            <a:r>
              <a:rPr lang="en-US" dirty="0"/>
              <a:t> </a:t>
            </a:r>
            <a:r>
              <a:rPr lang="en-US" dirty="0" err="1"/>
              <a:t>vendégeknek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172.16.15.0/26 subnet GH-nak (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Informatika</a:t>
            </a:r>
            <a:r>
              <a:rPr lang="en-US" dirty="0"/>
              <a:t> </a:t>
            </a:r>
            <a:r>
              <a:rPr lang="en-US" dirty="0" err="1"/>
              <a:t>karon</a:t>
            </a:r>
            <a:r>
              <a:rPr lang="en-US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172.16.16.0/26 </a:t>
            </a:r>
            <a:r>
              <a:rPr lang="en-US" dirty="0" err="1"/>
              <a:t>subnetek</a:t>
            </a:r>
            <a:r>
              <a:rPr lang="en-US" dirty="0"/>
              <a:t> </a:t>
            </a:r>
            <a:r>
              <a:rPr lang="en-US" dirty="0" err="1"/>
              <a:t>menedzsmentnek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172.16.17.128/27 </a:t>
            </a:r>
            <a:r>
              <a:rPr lang="en-US" dirty="0" err="1"/>
              <a:t>subnetek</a:t>
            </a:r>
            <a:r>
              <a:rPr lang="en-US" dirty="0"/>
              <a:t> </a:t>
            </a:r>
            <a:r>
              <a:rPr lang="en-US" dirty="0" err="1"/>
              <a:t>tanároknak</a:t>
            </a:r>
            <a:endParaRPr lang="hu-H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8223DB-0BA6-F26E-64E4-C94BBB75486F}"/>
              </a:ext>
            </a:extLst>
          </p:cNvPr>
          <p:cNvGrpSpPr/>
          <p:nvPr/>
        </p:nvGrpSpPr>
        <p:grpSpPr>
          <a:xfrm>
            <a:off x="-9524" y="-3175"/>
            <a:ext cx="12039504" cy="6880482"/>
            <a:chOff x="-9524" y="-3175"/>
            <a:chExt cx="12039504" cy="688048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C980756-5CD0-F834-91DC-895378DB8382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0"/>
              <a:ext cx="0" cy="21844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D52C294-9816-7D6B-300B-0801A894F3ED}"/>
                </a:ext>
              </a:extLst>
            </p:cNvPr>
            <p:cNvSpPr>
              <a:spLocks/>
            </p:cNvSpPr>
            <p:nvPr/>
          </p:nvSpPr>
          <p:spPr>
            <a:xfrm>
              <a:off x="43954" y="2186781"/>
              <a:ext cx="170853" cy="16827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51DC5E7-4067-923C-8839-1CD8AE052F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" y="1809750"/>
              <a:ext cx="107950" cy="114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049B4D2-95C8-8709-B994-817AFF6CDAB4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1381125"/>
              <a:ext cx="134938" cy="1333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A68247-C498-132E-4168-03A6DEC99495}"/>
                </a:ext>
              </a:extLst>
            </p:cNvPr>
            <p:cNvCxnSpPr>
              <a:cxnSpLocks/>
            </p:cNvCxnSpPr>
            <p:nvPr/>
          </p:nvCxnSpPr>
          <p:spPr>
            <a:xfrm>
              <a:off x="259557" y="1507332"/>
              <a:ext cx="0" cy="3428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0F7F146-8F9C-8B79-77FD-757E6EF2CCCB}"/>
                </a:ext>
              </a:extLst>
            </p:cNvPr>
            <p:cNvSpPr>
              <a:spLocks/>
            </p:cNvSpPr>
            <p:nvPr/>
          </p:nvSpPr>
          <p:spPr>
            <a:xfrm>
              <a:off x="210048" y="1850231"/>
              <a:ext cx="102330" cy="1047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2597098-BCE2-07F6-A127-0E25A07D06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047" y="0"/>
              <a:ext cx="3175" cy="9969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29B96CB-FB39-9D37-9EE6-867DF8022394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210046" y="996950"/>
              <a:ext cx="352787" cy="81722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90A263F-86B3-4F1F-9B49-BB4E934FC044}"/>
                </a:ext>
              </a:extLst>
            </p:cNvPr>
            <p:cNvSpPr>
              <a:spLocks/>
            </p:cNvSpPr>
            <p:nvPr/>
          </p:nvSpPr>
          <p:spPr>
            <a:xfrm rot="1356171">
              <a:off x="507390" y="1809353"/>
              <a:ext cx="184544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F92CA05-673F-DCE9-F2F2-51F0FB38075C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0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C4EF2E5-9092-3529-8961-A71009D49C70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618518"/>
              <a:ext cx="350639" cy="82928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F57C5AB-F3E1-6C3A-886C-E63FD7D19179}"/>
                </a:ext>
              </a:extLst>
            </p:cNvPr>
            <p:cNvCxnSpPr>
              <a:cxnSpLocks/>
            </p:cNvCxnSpPr>
            <p:nvPr/>
          </p:nvCxnSpPr>
          <p:spPr>
            <a:xfrm>
              <a:off x="682823" y="299735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D351EF2-8E06-28CB-6FC9-74659EEA033B}"/>
                </a:ext>
              </a:extLst>
            </p:cNvPr>
            <p:cNvCxnSpPr>
              <a:cxnSpLocks/>
            </p:cNvCxnSpPr>
            <p:nvPr/>
          </p:nvCxnSpPr>
          <p:spPr>
            <a:xfrm>
              <a:off x="559592" y="2381"/>
              <a:ext cx="127993" cy="30687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09F0F4E-771B-2168-0C14-7500F439327B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406" y="1431553"/>
              <a:ext cx="180262" cy="17402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A077488-5C9E-A889-B1F5-2B4117F9C0C6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293" y="908856"/>
              <a:ext cx="174285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0A56F22-1149-ACE4-E5AD-7A298849AEBB}"/>
                </a:ext>
              </a:extLst>
            </p:cNvPr>
            <p:cNvSpPr>
              <a:spLocks/>
            </p:cNvSpPr>
            <p:nvPr/>
          </p:nvSpPr>
          <p:spPr>
            <a:xfrm>
              <a:off x="1027288" y="493733"/>
              <a:ext cx="146867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0A052F8-F081-94BB-73F0-6830BD34D52F}"/>
                </a:ext>
              </a:extLst>
            </p:cNvPr>
            <p:cNvCxnSpPr>
              <a:cxnSpLocks/>
            </p:cNvCxnSpPr>
            <p:nvPr/>
          </p:nvCxnSpPr>
          <p:spPr>
            <a:xfrm>
              <a:off x="651569" y="2381"/>
              <a:ext cx="84237" cy="1976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42DA2CB-4BD4-9E20-31A0-0EA955B38028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735806" y="198116"/>
              <a:ext cx="312990" cy="31575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84F8D33-1907-F0A0-C968-17FFD1CF6E6E}"/>
                </a:ext>
              </a:extLst>
            </p:cNvPr>
            <p:cNvCxnSpPr>
              <a:cxnSpLocks/>
            </p:cNvCxnSpPr>
            <p:nvPr/>
          </p:nvCxnSpPr>
          <p:spPr>
            <a:xfrm>
              <a:off x="-9524" y="3553619"/>
              <a:ext cx="142875" cy="1206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95FEBB8-C811-8914-DB65-73D5F77FF5DA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3669506"/>
              <a:ext cx="0" cy="3508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E53C488-822A-A995-F1A9-C586FB5E5E47}"/>
                </a:ext>
              </a:extLst>
            </p:cNvPr>
            <p:cNvSpPr>
              <a:spLocks/>
            </p:cNvSpPr>
            <p:nvPr/>
          </p:nvSpPr>
          <p:spPr>
            <a:xfrm>
              <a:off x="39192" y="4020344"/>
              <a:ext cx="170853" cy="1682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7F43E55-61C9-4047-EB37-F17EFFFA1897}"/>
                </a:ext>
              </a:extLst>
            </p:cNvPr>
            <p:cNvCxnSpPr>
              <a:cxnSpLocks/>
            </p:cNvCxnSpPr>
            <p:nvPr/>
          </p:nvCxnSpPr>
          <p:spPr>
            <a:xfrm>
              <a:off x="146050" y="4657725"/>
              <a:ext cx="0" cy="22002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A1A3CB-FF0A-030F-8355-D7EAC6BCAD17}"/>
                </a:ext>
              </a:extLst>
            </p:cNvPr>
            <p:cNvCxnSpPr>
              <a:cxnSpLocks/>
            </p:cNvCxnSpPr>
            <p:nvPr/>
          </p:nvCxnSpPr>
          <p:spPr>
            <a:xfrm>
              <a:off x="56653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C3F0EC5-1AAE-D204-1C07-D81A44C149B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29275"/>
              <a:ext cx="59828" cy="241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EE6640-EE64-F128-6D66-BF0494332E54}"/>
                </a:ext>
              </a:extLst>
            </p:cNvPr>
            <p:cNvCxnSpPr>
              <a:cxnSpLocks/>
            </p:cNvCxnSpPr>
            <p:nvPr/>
          </p:nvCxnSpPr>
          <p:spPr>
            <a:xfrm>
              <a:off x="235247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007A694-3601-B073-5362-528AAB0A8C91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239416" y="5043822"/>
              <a:ext cx="337612" cy="8267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297579C-0AB6-722B-7BB3-CCA30166D238}"/>
                </a:ext>
              </a:extLst>
            </p:cNvPr>
            <p:cNvSpPr>
              <a:spLocks/>
            </p:cNvSpPr>
            <p:nvPr/>
          </p:nvSpPr>
          <p:spPr>
            <a:xfrm>
              <a:off x="523875" y="4862513"/>
              <a:ext cx="194067" cy="1952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1B94BE5-DBF7-A4F4-A26D-7E7395CFBD9F}"/>
                </a:ext>
              </a:extLst>
            </p:cNvPr>
            <p:cNvCxnSpPr>
              <a:cxnSpLocks/>
            </p:cNvCxnSpPr>
            <p:nvPr/>
          </p:nvCxnSpPr>
          <p:spPr>
            <a:xfrm>
              <a:off x="324283" y="6234113"/>
              <a:ext cx="0" cy="62388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E32C67B-F31B-0C7B-B921-2B4D6181A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521" y="5414963"/>
              <a:ext cx="358540" cy="8381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4528B0C-B553-3C40-664A-5B6D32F6561C}"/>
                </a:ext>
              </a:extLst>
            </p:cNvPr>
            <p:cNvSpPr>
              <a:spLocks/>
            </p:cNvSpPr>
            <p:nvPr/>
          </p:nvSpPr>
          <p:spPr>
            <a:xfrm>
              <a:off x="616255" y="5253037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37F28D2-F21C-960A-EE0A-3EDD71492C09}"/>
                </a:ext>
              </a:extLst>
            </p:cNvPr>
            <p:cNvSpPr>
              <a:spLocks/>
            </p:cNvSpPr>
            <p:nvPr/>
          </p:nvSpPr>
          <p:spPr>
            <a:xfrm rot="21421688">
              <a:off x="616255" y="5772150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FED0B0C-D56C-AA45-1916-0993369A8493}"/>
                </a:ext>
              </a:extLst>
            </p:cNvPr>
            <p:cNvSpPr>
              <a:spLocks/>
            </p:cNvSpPr>
            <p:nvPr/>
          </p:nvSpPr>
          <p:spPr>
            <a:xfrm rot="21437781">
              <a:off x="1053757" y="6226001"/>
              <a:ext cx="140676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EA0CB32-5FDB-8942-B031-A4FD5E0758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250" y="6558265"/>
              <a:ext cx="128560" cy="29973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92B54F5-9291-4B4D-17C9-E813ADD658FA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707377" y="5948412"/>
              <a:ext cx="2625" cy="61461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1DA9E85-4D2D-FF52-7E35-FE38F3B952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080" y="6662265"/>
              <a:ext cx="80776" cy="19811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1281C0E-A0CD-235B-5C0A-9C99547372D6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H="1">
              <a:off x="750094" y="6345650"/>
              <a:ext cx="326613" cy="3242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A91C11F-CA13-943C-6991-F23748141317}"/>
                </a:ext>
              </a:extLst>
            </p:cNvPr>
            <p:cNvSpPr>
              <a:spLocks/>
            </p:cNvSpPr>
            <p:nvPr/>
          </p:nvSpPr>
          <p:spPr>
            <a:xfrm>
              <a:off x="56653" y="4489449"/>
              <a:ext cx="175574" cy="1746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F17AF4-069A-DEA7-3CA6-A552491A77C0}"/>
                </a:ext>
              </a:extLst>
            </p:cNvPr>
            <p:cNvCxnSpPr>
              <a:cxnSpLocks/>
            </p:cNvCxnSpPr>
            <p:nvPr/>
          </p:nvCxnSpPr>
          <p:spPr>
            <a:xfrm>
              <a:off x="11455183" y="5602287"/>
              <a:ext cx="0" cy="127025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A100A76-A298-F60A-D356-90482C0B9A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52802" y="5321300"/>
              <a:ext cx="285173" cy="2921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74A54CE-B50F-2D29-BC9D-751F19AE5AA2}"/>
                </a:ext>
              </a:extLst>
            </p:cNvPr>
            <p:cNvCxnSpPr>
              <a:cxnSpLocks/>
              <a:endCxn id="48" idx="4"/>
            </p:cNvCxnSpPr>
            <p:nvPr/>
          </p:nvCxnSpPr>
          <p:spPr>
            <a:xfrm flipV="1">
              <a:off x="11734869" y="5045598"/>
              <a:ext cx="1588" cy="2902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15C7115-F69A-7E12-B664-8E1843727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99" y="5688012"/>
              <a:ext cx="285173" cy="6576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894F157-DB35-5079-C113-48BF0CFC2BC1}"/>
                </a:ext>
              </a:extLst>
            </p:cNvPr>
            <p:cNvCxnSpPr>
              <a:cxnSpLocks/>
            </p:cNvCxnSpPr>
            <p:nvPr/>
          </p:nvCxnSpPr>
          <p:spPr>
            <a:xfrm>
              <a:off x="11545174" y="6327775"/>
              <a:ext cx="0" cy="5495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580C886-DA36-E465-2DCA-564AD269EEDD}"/>
                </a:ext>
              </a:extLst>
            </p:cNvPr>
            <p:cNvCxnSpPr>
              <a:cxnSpLocks/>
            </p:cNvCxnSpPr>
            <p:nvPr/>
          </p:nvCxnSpPr>
          <p:spPr>
            <a:xfrm>
              <a:off x="11951277" y="6602541"/>
              <a:ext cx="0" cy="265241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94D2268-EED0-0C5F-8397-D34DAA5760CF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8131" y="4879870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80EC421-DB18-DCBB-EDBA-3C67EF2DBE88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780006" y="5556406"/>
              <a:ext cx="144574" cy="1428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1B78FD6-6D0A-343C-ABF6-E41161C426CF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861151" y="6432832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D801A88-B6BB-E218-CE78-3C8B53A31E9E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0314" y="1550812"/>
              <a:ext cx="176641" cy="165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C760EF0-C5E7-9D05-F966-7BA3671868FA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385673" y="484941"/>
              <a:ext cx="125029" cy="130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46F1A8E-1835-A13F-DD44-2AF106093B56}"/>
                </a:ext>
              </a:extLst>
            </p:cNvPr>
            <p:cNvCxnSpPr>
              <a:cxnSpLocks/>
              <a:stCxn id="52" idx="7"/>
            </p:cNvCxnSpPr>
            <p:nvPr/>
          </p:nvCxnSpPr>
          <p:spPr>
            <a:xfrm flipV="1">
              <a:off x="11490163" y="176785"/>
              <a:ext cx="330596" cy="32526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AF4F37C-96F6-CCA1-9AD5-46FB2D2A33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7584" y="0"/>
              <a:ext cx="74974" cy="1799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394B53E-BAD7-1976-B495-6891B9895E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2843" y="-3175"/>
              <a:ext cx="0" cy="9981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02C9019-5282-669F-1102-647DE331D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4733" y="985415"/>
              <a:ext cx="278110" cy="2750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456DB83-DA50-F618-D83D-8FD6AC6381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7841" y="1250595"/>
              <a:ext cx="0" cy="3060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47801984"/>
      </p:ext>
    </p:extLst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911C4E-6201-89C9-2B61-1BD9AB00F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cs typeface="Arial"/>
              </a:rPr>
              <a:t>Fejlesztési lehetőségek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335EA6E-B891-7093-3DB8-C90B0428D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>
                <a:latin typeface="+mj-lt"/>
                <a:cs typeface="Arial"/>
              </a:rPr>
              <a:t>HSRP kibővítése a többi karra</a:t>
            </a:r>
          </a:p>
          <a:p>
            <a:r>
              <a:rPr lang="hu-HU" dirty="0">
                <a:latin typeface="+mj-lt"/>
                <a:cs typeface="Arial"/>
              </a:rPr>
              <a:t>Jelenleg egyszerű hub-and-spoke topológia -&gt; Core router elérhetetlen -&gt; Hálózat lebénul</a:t>
            </a:r>
            <a:endParaRPr lang="hu-HU" dirty="0">
              <a:latin typeface="+mj-lt"/>
            </a:endParaRPr>
          </a:p>
          <a:p>
            <a:r>
              <a:rPr lang="hu-HU" dirty="0">
                <a:latin typeface="+mj-lt"/>
                <a:cs typeface="Arial"/>
              </a:rPr>
              <a:t>Redundancia biztosítása Core és karok köré</a:t>
            </a:r>
          </a:p>
          <a:p>
            <a:r>
              <a:rPr lang="hu-HU" dirty="0">
                <a:latin typeface="+mj-lt"/>
                <a:cs typeface="Arial"/>
              </a:rPr>
              <a:t>Dual-WAN biztosítása az internet kiesés minimalizálása végett</a:t>
            </a:r>
          </a:p>
          <a:p>
            <a:r>
              <a:rPr lang="hu-HU" dirty="0" err="1">
                <a:latin typeface="+mj-lt"/>
                <a:cs typeface="Arial"/>
              </a:rPr>
              <a:t>Routereket</a:t>
            </a:r>
            <a:r>
              <a:rPr lang="hu-HU" dirty="0">
                <a:latin typeface="+mj-lt"/>
                <a:cs typeface="Arial"/>
              </a:rPr>
              <a:t> kicserélni tűzfalakra Core-ban, ezzel leegyszerűsítve a topológiát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88F012-07AF-8123-2260-C9382941BCEC}"/>
              </a:ext>
            </a:extLst>
          </p:cNvPr>
          <p:cNvGrpSpPr/>
          <p:nvPr/>
        </p:nvGrpSpPr>
        <p:grpSpPr>
          <a:xfrm>
            <a:off x="-9524" y="-3175"/>
            <a:ext cx="12039504" cy="6880482"/>
            <a:chOff x="-9524" y="-3175"/>
            <a:chExt cx="12039504" cy="688048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221A00E-6978-9735-9B4E-8BC3001D34A6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0"/>
              <a:ext cx="0" cy="21844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180379E-680E-24D0-9536-2540AADCCBEA}"/>
                </a:ext>
              </a:extLst>
            </p:cNvPr>
            <p:cNvSpPr>
              <a:spLocks/>
            </p:cNvSpPr>
            <p:nvPr/>
          </p:nvSpPr>
          <p:spPr>
            <a:xfrm>
              <a:off x="43954" y="2186781"/>
              <a:ext cx="170853" cy="16827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895D425-3D50-8FF9-7F1A-3EB51FEA7D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" y="1809750"/>
              <a:ext cx="107950" cy="114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7664B78-5DB2-CF14-9C6B-E2920AC9696A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1381125"/>
              <a:ext cx="134938" cy="1333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4990E8E-9831-6382-DF7F-73FC39CBE2E1}"/>
                </a:ext>
              </a:extLst>
            </p:cNvPr>
            <p:cNvCxnSpPr>
              <a:cxnSpLocks/>
            </p:cNvCxnSpPr>
            <p:nvPr/>
          </p:nvCxnSpPr>
          <p:spPr>
            <a:xfrm>
              <a:off x="259557" y="1507332"/>
              <a:ext cx="0" cy="3428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CC0CBE6-F58F-A410-3F77-363CDCE1999E}"/>
                </a:ext>
              </a:extLst>
            </p:cNvPr>
            <p:cNvSpPr>
              <a:spLocks/>
            </p:cNvSpPr>
            <p:nvPr/>
          </p:nvSpPr>
          <p:spPr>
            <a:xfrm>
              <a:off x="210048" y="1850231"/>
              <a:ext cx="102330" cy="1047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D5764D1-4876-9282-A881-4AA03961F2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047" y="0"/>
              <a:ext cx="3175" cy="9969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DDA997A-E151-DD9F-3BFA-AA5FA740AEAB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210046" y="996950"/>
              <a:ext cx="352787" cy="81722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1D594A4-7929-5556-5B6C-82AAD3CC97AA}"/>
                </a:ext>
              </a:extLst>
            </p:cNvPr>
            <p:cNvSpPr>
              <a:spLocks/>
            </p:cNvSpPr>
            <p:nvPr/>
          </p:nvSpPr>
          <p:spPr>
            <a:xfrm rot="1356171">
              <a:off x="507390" y="1809353"/>
              <a:ext cx="184544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C6CD911-AF9B-5A39-A562-784891D4EEDA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0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C1C472-B0E7-E9B0-DD6C-58CEB78DADFE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618518"/>
              <a:ext cx="350639" cy="82928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EAFFD8-590C-862C-5051-0B626F61D8E9}"/>
                </a:ext>
              </a:extLst>
            </p:cNvPr>
            <p:cNvCxnSpPr>
              <a:cxnSpLocks/>
            </p:cNvCxnSpPr>
            <p:nvPr/>
          </p:nvCxnSpPr>
          <p:spPr>
            <a:xfrm>
              <a:off x="682823" y="299735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22E4642-C401-0D06-B5E9-EDC1F8E9D68E}"/>
                </a:ext>
              </a:extLst>
            </p:cNvPr>
            <p:cNvCxnSpPr>
              <a:cxnSpLocks/>
            </p:cNvCxnSpPr>
            <p:nvPr/>
          </p:nvCxnSpPr>
          <p:spPr>
            <a:xfrm>
              <a:off x="559592" y="2381"/>
              <a:ext cx="127993" cy="30687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7276A31-AE96-A7D0-CCE1-408F42F48886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406" y="1431553"/>
              <a:ext cx="180262" cy="17402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C7B3DA-1190-2C5E-D243-5D04F36CE220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293" y="908856"/>
              <a:ext cx="174285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AB38E35-186B-EF71-B8CE-1CF7C8305382}"/>
                </a:ext>
              </a:extLst>
            </p:cNvPr>
            <p:cNvSpPr>
              <a:spLocks/>
            </p:cNvSpPr>
            <p:nvPr/>
          </p:nvSpPr>
          <p:spPr>
            <a:xfrm>
              <a:off x="1027288" y="493733"/>
              <a:ext cx="146867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9C89D9B-BA22-AAFD-31D3-62594A20690F}"/>
                </a:ext>
              </a:extLst>
            </p:cNvPr>
            <p:cNvCxnSpPr>
              <a:cxnSpLocks/>
            </p:cNvCxnSpPr>
            <p:nvPr/>
          </p:nvCxnSpPr>
          <p:spPr>
            <a:xfrm>
              <a:off x="651569" y="2381"/>
              <a:ext cx="84237" cy="1976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173C0E-7A39-928A-01C7-D9DA87587425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735806" y="198116"/>
              <a:ext cx="312990" cy="31575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7671602-0518-09A5-AC1B-C98AC62AE7EF}"/>
                </a:ext>
              </a:extLst>
            </p:cNvPr>
            <p:cNvCxnSpPr>
              <a:cxnSpLocks/>
            </p:cNvCxnSpPr>
            <p:nvPr/>
          </p:nvCxnSpPr>
          <p:spPr>
            <a:xfrm>
              <a:off x="-9524" y="3553619"/>
              <a:ext cx="142875" cy="1206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5DB9354-689D-08CA-2868-BE45321C80E4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3669506"/>
              <a:ext cx="0" cy="3508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273FF9E-008F-50F4-AA85-9D71FEA0ED0A}"/>
                </a:ext>
              </a:extLst>
            </p:cNvPr>
            <p:cNvSpPr>
              <a:spLocks/>
            </p:cNvSpPr>
            <p:nvPr/>
          </p:nvSpPr>
          <p:spPr>
            <a:xfrm>
              <a:off x="39192" y="4020344"/>
              <a:ext cx="170853" cy="1682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CE70739-4371-A4A5-423E-C4337B60D0DD}"/>
                </a:ext>
              </a:extLst>
            </p:cNvPr>
            <p:cNvCxnSpPr>
              <a:cxnSpLocks/>
            </p:cNvCxnSpPr>
            <p:nvPr/>
          </p:nvCxnSpPr>
          <p:spPr>
            <a:xfrm>
              <a:off x="146050" y="4657725"/>
              <a:ext cx="0" cy="22002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88791AA-62A3-6A4E-0E5D-2D2596769CD5}"/>
                </a:ext>
              </a:extLst>
            </p:cNvPr>
            <p:cNvCxnSpPr>
              <a:cxnSpLocks/>
            </p:cNvCxnSpPr>
            <p:nvPr/>
          </p:nvCxnSpPr>
          <p:spPr>
            <a:xfrm>
              <a:off x="56653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4303D06-9A69-61ED-A960-4D42D15E844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29275"/>
              <a:ext cx="59828" cy="241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D7EF696-18FA-0F83-88BC-0BEB59766D91}"/>
                </a:ext>
              </a:extLst>
            </p:cNvPr>
            <p:cNvCxnSpPr>
              <a:cxnSpLocks/>
            </p:cNvCxnSpPr>
            <p:nvPr/>
          </p:nvCxnSpPr>
          <p:spPr>
            <a:xfrm>
              <a:off x="235247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93C19A9-820A-847F-4509-0EE4FDFF7847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239416" y="5043822"/>
              <a:ext cx="337612" cy="8267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5A1661C-5C2A-90BB-5A16-47C1D800D3B5}"/>
                </a:ext>
              </a:extLst>
            </p:cNvPr>
            <p:cNvSpPr>
              <a:spLocks/>
            </p:cNvSpPr>
            <p:nvPr/>
          </p:nvSpPr>
          <p:spPr>
            <a:xfrm>
              <a:off x="523875" y="4862513"/>
              <a:ext cx="194067" cy="1952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D02A825-F445-DFB9-2F3A-254A553CE56A}"/>
                </a:ext>
              </a:extLst>
            </p:cNvPr>
            <p:cNvCxnSpPr>
              <a:cxnSpLocks/>
            </p:cNvCxnSpPr>
            <p:nvPr/>
          </p:nvCxnSpPr>
          <p:spPr>
            <a:xfrm>
              <a:off x="324283" y="6234113"/>
              <a:ext cx="0" cy="62388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1A65D54-7E6B-E075-396A-D0CC73AE0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521" y="5414963"/>
              <a:ext cx="358540" cy="8381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EEBFB71-ED63-34C8-B42A-C964EBE728D3}"/>
                </a:ext>
              </a:extLst>
            </p:cNvPr>
            <p:cNvSpPr>
              <a:spLocks/>
            </p:cNvSpPr>
            <p:nvPr/>
          </p:nvSpPr>
          <p:spPr>
            <a:xfrm>
              <a:off x="616255" y="5253037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87FD7E6-34D3-FCB7-2829-C78E80D6D4B9}"/>
                </a:ext>
              </a:extLst>
            </p:cNvPr>
            <p:cNvSpPr>
              <a:spLocks/>
            </p:cNvSpPr>
            <p:nvPr/>
          </p:nvSpPr>
          <p:spPr>
            <a:xfrm rot="21421688">
              <a:off x="616255" y="5772150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D7A8B81-596C-A84A-B097-19CB4E7D5BE1}"/>
                </a:ext>
              </a:extLst>
            </p:cNvPr>
            <p:cNvSpPr>
              <a:spLocks/>
            </p:cNvSpPr>
            <p:nvPr/>
          </p:nvSpPr>
          <p:spPr>
            <a:xfrm rot="21437781">
              <a:off x="1053757" y="6226001"/>
              <a:ext cx="140676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5B6C636-E388-A3E9-E6FA-EE3E3F52B2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250" y="6558265"/>
              <a:ext cx="128560" cy="29973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5EAC4E3-A1E1-CE8D-1B2A-267132467B76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707377" y="5948412"/>
              <a:ext cx="2625" cy="61461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C5F8EB3-0570-40B2-6E71-DBE40CA904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080" y="6662265"/>
              <a:ext cx="80776" cy="19811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CE5CB87-06D2-2123-166E-48015679D486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H="1">
              <a:off x="750094" y="6345650"/>
              <a:ext cx="326613" cy="3242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E129A3F-5F3A-056A-397A-D38BE3B9AA4C}"/>
                </a:ext>
              </a:extLst>
            </p:cNvPr>
            <p:cNvSpPr>
              <a:spLocks/>
            </p:cNvSpPr>
            <p:nvPr/>
          </p:nvSpPr>
          <p:spPr>
            <a:xfrm>
              <a:off x="56653" y="4489449"/>
              <a:ext cx="175574" cy="1746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2118F00-82FC-FA7F-6F62-5A5F14E83916}"/>
                </a:ext>
              </a:extLst>
            </p:cNvPr>
            <p:cNvCxnSpPr>
              <a:cxnSpLocks/>
            </p:cNvCxnSpPr>
            <p:nvPr/>
          </p:nvCxnSpPr>
          <p:spPr>
            <a:xfrm>
              <a:off x="11455183" y="5602287"/>
              <a:ext cx="0" cy="127025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798FEAB-A7DA-E9B7-3FAB-73A193F863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52802" y="5321300"/>
              <a:ext cx="285173" cy="2921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D50BDEE-9237-5B02-6197-78E24AEDF313}"/>
                </a:ext>
              </a:extLst>
            </p:cNvPr>
            <p:cNvCxnSpPr>
              <a:cxnSpLocks/>
              <a:endCxn id="48" idx="4"/>
            </p:cNvCxnSpPr>
            <p:nvPr/>
          </p:nvCxnSpPr>
          <p:spPr>
            <a:xfrm flipV="1">
              <a:off x="11734869" y="5045598"/>
              <a:ext cx="1588" cy="2902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F82734F-2D4B-5FB5-3D79-D814954D92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99" y="5688012"/>
              <a:ext cx="285173" cy="6576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8A9F34-D48C-AB23-17C0-B857E7D3B05B}"/>
                </a:ext>
              </a:extLst>
            </p:cNvPr>
            <p:cNvCxnSpPr>
              <a:cxnSpLocks/>
            </p:cNvCxnSpPr>
            <p:nvPr/>
          </p:nvCxnSpPr>
          <p:spPr>
            <a:xfrm>
              <a:off x="11545174" y="6327775"/>
              <a:ext cx="0" cy="5495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E898F87-0567-833A-9E18-D555DB7AACB4}"/>
                </a:ext>
              </a:extLst>
            </p:cNvPr>
            <p:cNvCxnSpPr>
              <a:cxnSpLocks/>
            </p:cNvCxnSpPr>
            <p:nvPr/>
          </p:nvCxnSpPr>
          <p:spPr>
            <a:xfrm>
              <a:off x="11951277" y="6602541"/>
              <a:ext cx="0" cy="265241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868CACD-4B93-E2A7-CC01-AA203906F5F9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8131" y="4879870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0D33539-6FA3-7DA8-E2A2-D9F5E4158C2C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780006" y="5556406"/>
              <a:ext cx="144574" cy="1428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9326F78-1FF3-73EF-FF2D-49F43E96761B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861151" y="6432832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8108F45-4CD2-9F9C-9282-03F03924068B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0314" y="1550812"/>
              <a:ext cx="176641" cy="165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48FFA9D-CFE4-45FA-A917-B048C17B1AD4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385673" y="484941"/>
              <a:ext cx="125029" cy="130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0A5CE27-44E9-C038-82DB-7FE32C532621}"/>
                </a:ext>
              </a:extLst>
            </p:cNvPr>
            <p:cNvCxnSpPr>
              <a:cxnSpLocks/>
              <a:stCxn id="52" idx="7"/>
            </p:cNvCxnSpPr>
            <p:nvPr/>
          </p:nvCxnSpPr>
          <p:spPr>
            <a:xfrm flipV="1">
              <a:off x="11490163" y="176785"/>
              <a:ext cx="330596" cy="32526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099766C-22C1-E102-CBF2-33B4B25BDD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7584" y="0"/>
              <a:ext cx="74974" cy="1799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0B7B696-06F3-77C2-0C45-5B2B802393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2843" y="-3175"/>
              <a:ext cx="0" cy="9981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E637984-D285-74C4-593C-EE045EC826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4733" y="985415"/>
              <a:ext cx="278110" cy="2750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EB21051-75E4-2829-B2C9-0BD5CB2B06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7841" y="1250595"/>
              <a:ext cx="0" cy="3060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1832853"/>
      </p:ext>
    </p:extLst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15F51F-6923-4C86-A7FF-72083314B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3007868"/>
            <a:ext cx="8791575" cy="842264"/>
          </a:xfrm>
        </p:spPr>
        <p:txBody>
          <a:bodyPr/>
          <a:lstStyle/>
          <a:p>
            <a:pPr algn="ctr"/>
            <a:r>
              <a:rPr lang="hu-HU" dirty="0"/>
              <a:t>Kérdések?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60E4C94-139A-49CA-ADAF-8B0B01F8827D}"/>
              </a:ext>
            </a:extLst>
          </p:cNvPr>
          <p:cNvGrpSpPr/>
          <p:nvPr/>
        </p:nvGrpSpPr>
        <p:grpSpPr>
          <a:xfrm>
            <a:off x="-9524" y="-3175"/>
            <a:ext cx="12039504" cy="6880482"/>
            <a:chOff x="-9524" y="-3175"/>
            <a:chExt cx="12039504" cy="688048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843214F-80BB-4F1A-96B8-E115C05A0DD9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0"/>
              <a:ext cx="0" cy="21844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F643ABE-4AC7-4DDF-A174-9FB30A1A7CA7}"/>
                </a:ext>
              </a:extLst>
            </p:cNvPr>
            <p:cNvSpPr>
              <a:spLocks/>
            </p:cNvSpPr>
            <p:nvPr/>
          </p:nvSpPr>
          <p:spPr>
            <a:xfrm>
              <a:off x="43954" y="2186781"/>
              <a:ext cx="170853" cy="16827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378B310-725C-4BD0-B861-9AB714CF89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" y="1809750"/>
              <a:ext cx="107950" cy="114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A3DC934-D0F6-47C1-8EF7-9D1DB9881BFC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1381125"/>
              <a:ext cx="134938" cy="1333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4DF95C5-D39D-4CB7-8ED0-FA6190CE58C0}"/>
                </a:ext>
              </a:extLst>
            </p:cNvPr>
            <p:cNvCxnSpPr>
              <a:cxnSpLocks/>
            </p:cNvCxnSpPr>
            <p:nvPr/>
          </p:nvCxnSpPr>
          <p:spPr>
            <a:xfrm>
              <a:off x="259557" y="1507332"/>
              <a:ext cx="0" cy="3428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9BC3100-2762-49BD-A068-A09ACA1FE9C4}"/>
                </a:ext>
              </a:extLst>
            </p:cNvPr>
            <p:cNvSpPr>
              <a:spLocks/>
            </p:cNvSpPr>
            <p:nvPr/>
          </p:nvSpPr>
          <p:spPr>
            <a:xfrm>
              <a:off x="210048" y="1850231"/>
              <a:ext cx="102330" cy="1047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4ED9C7-8063-4BBB-9D96-88505237DD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047" y="0"/>
              <a:ext cx="3175" cy="9969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1ADB91-BC65-42E7-AA01-D2245978864F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210046" y="996950"/>
              <a:ext cx="352787" cy="81722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A561B89-F409-450F-8804-97D2D40D5BF4}"/>
                </a:ext>
              </a:extLst>
            </p:cNvPr>
            <p:cNvSpPr>
              <a:spLocks/>
            </p:cNvSpPr>
            <p:nvPr/>
          </p:nvSpPr>
          <p:spPr>
            <a:xfrm rot="1356171">
              <a:off x="507390" y="1809353"/>
              <a:ext cx="184544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2651292-575A-4FCB-9CFB-60E4C3166C7E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0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CC518CB-F5EE-412E-A078-0D3C13837160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618518"/>
              <a:ext cx="350639" cy="82928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3039CBD-7F91-4620-A251-F98BC9BAC560}"/>
                </a:ext>
              </a:extLst>
            </p:cNvPr>
            <p:cNvCxnSpPr>
              <a:cxnSpLocks/>
            </p:cNvCxnSpPr>
            <p:nvPr/>
          </p:nvCxnSpPr>
          <p:spPr>
            <a:xfrm>
              <a:off x="682823" y="299735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3FF2BD2-E14C-40FC-9572-6039A8082B5C}"/>
                </a:ext>
              </a:extLst>
            </p:cNvPr>
            <p:cNvCxnSpPr>
              <a:cxnSpLocks/>
            </p:cNvCxnSpPr>
            <p:nvPr/>
          </p:nvCxnSpPr>
          <p:spPr>
            <a:xfrm>
              <a:off x="559592" y="2381"/>
              <a:ext cx="127993" cy="30687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B4FC4E3-E7A3-4502-A32A-9A5770FA6C80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406" y="1431553"/>
              <a:ext cx="180262" cy="17402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E6667C-666D-4197-8C44-68EED852B134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293" y="908856"/>
              <a:ext cx="174285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857200E-7731-4423-8CD4-FB947C32BD69}"/>
                </a:ext>
              </a:extLst>
            </p:cNvPr>
            <p:cNvSpPr>
              <a:spLocks/>
            </p:cNvSpPr>
            <p:nvPr/>
          </p:nvSpPr>
          <p:spPr>
            <a:xfrm>
              <a:off x="1027288" y="493733"/>
              <a:ext cx="146867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E7FF0E2-B634-445C-9400-B2405D79BF56}"/>
                </a:ext>
              </a:extLst>
            </p:cNvPr>
            <p:cNvCxnSpPr>
              <a:cxnSpLocks/>
            </p:cNvCxnSpPr>
            <p:nvPr/>
          </p:nvCxnSpPr>
          <p:spPr>
            <a:xfrm>
              <a:off x="651569" y="2381"/>
              <a:ext cx="84237" cy="1976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2BE4108-0A76-489A-AFC9-4F52C5C92B82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735806" y="198116"/>
              <a:ext cx="312990" cy="31575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BA5F9C8-3320-4C01-B9CB-0090D825582E}"/>
                </a:ext>
              </a:extLst>
            </p:cNvPr>
            <p:cNvCxnSpPr>
              <a:cxnSpLocks/>
            </p:cNvCxnSpPr>
            <p:nvPr/>
          </p:nvCxnSpPr>
          <p:spPr>
            <a:xfrm>
              <a:off x="-9524" y="3553619"/>
              <a:ext cx="142875" cy="1206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273380B-2F16-4B15-9E8B-F6FF95C0EAF8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3669506"/>
              <a:ext cx="0" cy="3508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CAD6CD-071E-4439-93C5-B784BB21994A}"/>
                </a:ext>
              </a:extLst>
            </p:cNvPr>
            <p:cNvSpPr>
              <a:spLocks/>
            </p:cNvSpPr>
            <p:nvPr/>
          </p:nvSpPr>
          <p:spPr>
            <a:xfrm>
              <a:off x="39192" y="4020344"/>
              <a:ext cx="170853" cy="1682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A74353A-4633-483F-88DF-9075995C081F}"/>
                </a:ext>
              </a:extLst>
            </p:cNvPr>
            <p:cNvCxnSpPr>
              <a:cxnSpLocks/>
            </p:cNvCxnSpPr>
            <p:nvPr/>
          </p:nvCxnSpPr>
          <p:spPr>
            <a:xfrm>
              <a:off x="146050" y="4657725"/>
              <a:ext cx="0" cy="22002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9E3834A-6452-4211-9CB0-6100AEA15B9A}"/>
                </a:ext>
              </a:extLst>
            </p:cNvPr>
            <p:cNvCxnSpPr>
              <a:cxnSpLocks/>
            </p:cNvCxnSpPr>
            <p:nvPr/>
          </p:nvCxnSpPr>
          <p:spPr>
            <a:xfrm>
              <a:off x="56653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660A3E4-A85E-4858-BB73-F02A997D5F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29275"/>
              <a:ext cx="59828" cy="241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C71A9BB-9CFE-4301-AEE0-BE13F1DF26A1}"/>
                </a:ext>
              </a:extLst>
            </p:cNvPr>
            <p:cNvCxnSpPr>
              <a:cxnSpLocks/>
            </p:cNvCxnSpPr>
            <p:nvPr/>
          </p:nvCxnSpPr>
          <p:spPr>
            <a:xfrm>
              <a:off x="235247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728729C-7A4F-49A9-BE9C-BCA3F1DA1E43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239416" y="5043822"/>
              <a:ext cx="337612" cy="8267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4E10223-D198-4F79-8430-866E900E979A}"/>
                </a:ext>
              </a:extLst>
            </p:cNvPr>
            <p:cNvSpPr>
              <a:spLocks/>
            </p:cNvSpPr>
            <p:nvPr/>
          </p:nvSpPr>
          <p:spPr>
            <a:xfrm>
              <a:off x="523875" y="4862513"/>
              <a:ext cx="194067" cy="1952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CB7FEC8-0A40-4C16-9FA2-7D7F887B2AFE}"/>
                </a:ext>
              </a:extLst>
            </p:cNvPr>
            <p:cNvCxnSpPr>
              <a:cxnSpLocks/>
            </p:cNvCxnSpPr>
            <p:nvPr/>
          </p:nvCxnSpPr>
          <p:spPr>
            <a:xfrm>
              <a:off x="324283" y="6234113"/>
              <a:ext cx="0" cy="62388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05DE157-A689-433D-A305-A7AE4EBF9C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521" y="5414963"/>
              <a:ext cx="358540" cy="8381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0A7AF0A-960B-4FCC-ADD3-2AC0D00A5EF7}"/>
                </a:ext>
              </a:extLst>
            </p:cNvPr>
            <p:cNvSpPr>
              <a:spLocks/>
            </p:cNvSpPr>
            <p:nvPr/>
          </p:nvSpPr>
          <p:spPr>
            <a:xfrm>
              <a:off x="616255" y="5253037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003F716-163A-497E-9C3A-2C888F94A94C}"/>
                </a:ext>
              </a:extLst>
            </p:cNvPr>
            <p:cNvSpPr>
              <a:spLocks/>
            </p:cNvSpPr>
            <p:nvPr/>
          </p:nvSpPr>
          <p:spPr>
            <a:xfrm rot="21421688">
              <a:off x="616255" y="5772150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0B12C77-699C-45B2-9A30-AE889F7579C7}"/>
                </a:ext>
              </a:extLst>
            </p:cNvPr>
            <p:cNvSpPr>
              <a:spLocks/>
            </p:cNvSpPr>
            <p:nvPr/>
          </p:nvSpPr>
          <p:spPr>
            <a:xfrm rot="21437781">
              <a:off x="1053757" y="6226001"/>
              <a:ext cx="140676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DB0282D-9F05-412A-AEE0-3A94D26A80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250" y="6558265"/>
              <a:ext cx="128560" cy="29973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E2CAAD3-6EF5-432C-807E-957AA04CA76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707377" y="5948412"/>
              <a:ext cx="2625" cy="61461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B36ED17-85A1-4F96-82EC-D30FD310D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080" y="6662265"/>
              <a:ext cx="80776" cy="19811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2E335D8-19FC-4A8B-899F-716C6C423936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H="1">
              <a:off x="750094" y="6345650"/>
              <a:ext cx="326613" cy="3242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66117CD-6F34-4B97-BC41-D9145A6A5064}"/>
                </a:ext>
              </a:extLst>
            </p:cNvPr>
            <p:cNvSpPr>
              <a:spLocks/>
            </p:cNvSpPr>
            <p:nvPr/>
          </p:nvSpPr>
          <p:spPr>
            <a:xfrm>
              <a:off x="56653" y="4489449"/>
              <a:ext cx="175574" cy="1746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6726421-A39C-4329-A836-DEC4A6031F69}"/>
                </a:ext>
              </a:extLst>
            </p:cNvPr>
            <p:cNvCxnSpPr>
              <a:cxnSpLocks/>
            </p:cNvCxnSpPr>
            <p:nvPr/>
          </p:nvCxnSpPr>
          <p:spPr>
            <a:xfrm>
              <a:off x="11455183" y="5602287"/>
              <a:ext cx="0" cy="127025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8853228-071D-4094-8597-57420884FA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52802" y="5321300"/>
              <a:ext cx="285173" cy="2921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EF9D67D-3ED4-4C9D-B805-3A31CF802CAC}"/>
                </a:ext>
              </a:extLst>
            </p:cNvPr>
            <p:cNvCxnSpPr>
              <a:cxnSpLocks/>
              <a:endCxn id="48" idx="4"/>
            </p:cNvCxnSpPr>
            <p:nvPr/>
          </p:nvCxnSpPr>
          <p:spPr>
            <a:xfrm flipV="1">
              <a:off x="11734869" y="5045598"/>
              <a:ext cx="1588" cy="2902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0F6B442-A1C7-4D44-87C2-C35A5C5705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99" y="5688012"/>
              <a:ext cx="285173" cy="6576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242EA8F-7047-4968-88DE-1EA9A7294AAE}"/>
                </a:ext>
              </a:extLst>
            </p:cNvPr>
            <p:cNvCxnSpPr>
              <a:cxnSpLocks/>
            </p:cNvCxnSpPr>
            <p:nvPr/>
          </p:nvCxnSpPr>
          <p:spPr>
            <a:xfrm>
              <a:off x="11545174" y="6327775"/>
              <a:ext cx="0" cy="5495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C15412A-703C-47F3-9E6D-223FFB1A8367}"/>
                </a:ext>
              </a:extLst>
            </p:cNvPr>
            <p:cNvCxnSpPr>
              <a:cxnSpLocks/>
            </p:cNvCxnSpPr>
            <p:nvPr/>
          </p:nvCxnSpPr>
          <p:spPr>
            <a:xfrm>
              <a:off x="11951277" y="6602541"/>
              <a:ext cx="0" cy="265241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A3A884D-7874-47F0-A726-69307CE591A9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8131" y="4879870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C9020DE-82C3-432B-ABDD-D8C1565D0969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780006" y="5556406"/>
              <a:ext cx="144574" cy="1428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A40A9F8-22E0-4B1C-AC9D-A90FFD13FAE1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861151" y="6432832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5166DC7-C84F-4A33-825A-8E23391DC941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0314" y="1550812"/>
              <a:ext cx="176641" cy="165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5426387-7413-4FCE-BBB9-59AA04DBEDE0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385673" y="484941"/>
              <a:ext cx="125029" cy="130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6CB6041-E8A0-471A-8160-0023D1634311}"/>
                </a:ext>
              </a:extLst>
            </p:cNvPr>
            <p:cNvCxnSpPr>
              <a:cxnSpLocks/>
              <a:stCxn id="52" idx="7"/>
            </p:cNvCxnSpPr>
            <p:nvPr/>
          </p:nvCxnSpPr>
          <p:spPr>
            <a:xfrm flipV="1">
              <a:off x="11490163" y="176785"/>
              <a:ext cx="330596" cy="32526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13683E1-186D-461A-9A8B-FE615D4A63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7584" y="0"/>
              <a:ext cx="74974" cy="1799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D4C37CA-08D9-474F-BD82-DB74A0F5D0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2843" y="-3175"/>
              <a:ext cx="0" cy="9981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588C6C7-E54B-4393-B036-7B66DF2242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4733" y="985415"/>
              <a:ext cx="278110" cy="2750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8E1C0CB-F2A3-49E2-89B4-23A4ABFCED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7841" y="1250595"/>
              <a:ext cx="0" cy="3060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6855538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15F51F-6923-4C86-A7FF-72083314B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2982701"/>
            <a:ext cx="8791575" cy="892598"/>
          </a:xfrm>
        </p:spPr>
        <p:txBody>
          <a:bodyPr/>
          <a:lstStyle/>
          <a:p>
            <a:pPr algn="ctr"/>
            <a:r>
              <a:rPr lang="hu-HU" dirty="0"/>
              <a:t>Köszönjük a figyelmet!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B46CD3-0571-4BA5-822F-1845B700466A}"/>
              </a:ext>
            </a:extLst>
          </p:cNvPr>
          <p:cNvGrpSpPr/>
          <p:nvPr/>
        </p:nvGrpSpPr>
        <p:grpSpPr>
          <a:xfrm>
            <a:off x="-9524" y="-3175"/>
            <a:ext cx="12039504" cy="6880482"/>
            <a:chOff x="-9524" y="-3175"/>
            <a:chExt cx="12039504" cy="688048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E52D894-9814-4A31-BCD3-882C5FC50597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0"/>
              <a:ext cx="0" cy="21844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1A88403-622F-4BFD-B0AB-3D777F6336F6}"/>
                </a:ext>
              </a:extLst>
            </p:cNvPr>
            <p:cNvSpPr>
              <a:spLocks/>
            </p:cNvSpPr>
            <p:nvPr/>
          </p:nvSpPr>
          <p:spPr>
            <a:xfrm>
              <a:off x="43954" y="2186781"/>
              <a:ext cx="170853" cy="16827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BCC2236-BD7F-4BC5-BB8E-F3470E9B47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" y="1809750"/>
              <a:ext cx="107950" cy="114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92144CD-B3E5-45A5-BA22-91F44B326C7F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1381125"/>
              <a:ext cx="134938" cy="1333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6834AE1-EB0A-414F-8886-26AD786B57D4}"/>
                </a:ext>
              </a:extLst>
            </p:cNvPr>
            <p:cNvCxnSpPr>
              <a:cxnSpLocks/>
            </p:cNvCxnSpPr>
            <p:nvPr/>
          </p:nvCxnSpPr>
          <p:spPr>
            <a:xfrm>
              <a:off x="259557" y="1507332"/>
              <a:ext cx="0" cy="3428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9D3FCB4-06A4-4232-98D7-F228AA6F35AA}"/>
                </a:ext>
              </a:extLst>
            </p:cNvPr>
            <p:cNvSpPr>
              <a:spLocks/>
            </p:cNvSpPr>
            <p:nvPr/>
          </p:nvSpPr>
          <p:spPr>
            <a:xfrm>
              <a:off x="210048" y="1850231"/>
              <a:ext cx="102330" cy="1047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2EE0E5C-5FEB-41F6-A1CA-9C64755A4E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047" y="0"/>
              <a:ext cx="3175" cy="9969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E7DA0E-5519-4BF4-86ED-3A2C558DBAC2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210046" y="996950"/>
              <a:ext cx="352787" cy="81722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A17B2B9-B7FA-472D-AC15-26829C80260F}"/>
                </a:ext>
              </a:extLst>
            </p:cNvPr>
            <p:cNvSpPr>
              <a:spLocks/>
            </p:cNvSpPr>
            <p:nvPr/>
          </p:nvSpPr>
          <p:spPr>
            <a:xfrm rot="1356171">
              <a:off x="507390" y="1809353"/>
              <a:ext cx="184544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FA16687-D23D-4B82-8AA5-380411650FAC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0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B2827D3-8AA1-437F-94C7-DB48E045E306}"/>
                </a:ext>
              </a:extLst>
            </p:cNvPr>
            <p:cNvCxnSpPr>
              <a:cxnSpLocks/>
            </p:cNvCxnSpPr>
            <p:nvPr/>
          </p:nvCxnSpPr>
          <p:spPr>
            <a:xfrm>
              <a:off x="299442" y="618518"/>
              <a:ext cx="350639" cy="82928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D300734-0860-43F7-8EAE-BC7B325B613F}"/>
                </a:ext>
              </a:extLst>
            </p:cNvPr>
            <p:cNvCxnSpPr>
              <a:cxnSpLocks/>
            </p:cNvCxnSpPr>
            <p:nvPr/>
          </p:nvCxnSpPr>
          <p:spPr>
            <a:xfrm>
              <a:off x="682823" y="299735"/>
              <a:ext cx="0" cy="61851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46C5F0F-FD72-455D-96CD-25DDDD85104C}"/>
                </a:ext>
              </a:extLst>
            </p:cNvPr>
            <p:cNvCxnSpPr>
              <a:cxnSpLocks/>
            </p:cNvCxnSpPr>
            <p:nvPr/>
          </p:nvCxnSpPr>
          <p:spPr>
            <a:xfrm>
              <a:off x="559592" y="2381"/>
              <a:ext cx="127993" cy="30687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E07B203-F33E-4C0C-9312-7832BDB01E74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406" y="1431553"/>
              <a:ext cx="180262" cy="17402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0CE5D77-1E05-4C89-9BCF-C2C6850108CA}"/>
                </a:ext>
              </a:extLst>
            </p:cNvPr>
            <p:cNvSpPr>
              <a:spLocks/>
            </p:cNvSpPr>
            <p:nvPr/>
          </p:nvSpPr>
          <p:spPr>
            <a:xfrm rot="1356171">
              <a:off x="596293" y="908856"/>
              <a:ext cx="174285" cy="1722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9066A96-3CB8-4F45-91DA-4ABA9FFBA36B}"/>
                </a:ext>
              </a:extLst>
            </p:cNvPr>
            <p:cNvSpPr>
              <a:spLocks/>
            </p:cNvSpPr>
            <p:nvPr/>
          </p:nvSpPr>
          <p:spPr>
            <a:xfrm>
              <a:off x="1027288" y="493733"/>
              <a:ext cx="146867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A980DF4-EF16-462C-9DFD-06948F7E0A19}"/>
                </a:ext>
              </a:extLst>
            </p:cNvPr>
            <p:cNvCxnSpPr>
              <a:cxnSpLocks/>
            </p:cNvCxnSpPr>
            <p:nvPr/>
          </p:nvCxnSpPr>
          <p:spPr>
            <a:xfrm>
              <a:off x="651569" y="2381"/>
              <a:ext cx="84237" cy="1976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7C6C0F5-E6F1-47B4-A8CF-99950051AEEF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735806" y="198116"/>
              <a:ext cx="312990" cy="31575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92E2CEA-2D54-46E5-9668-71E74B7A49C0}"/>
                </a:ext>
              </a:extLst>
            </p:cNvPr>
            <p:cNvCxnSpPr>
              <a:cxnSpLocks/>
            </p:cNvCxnSpPr>
            <p:nvPr/>
          </p:nvCxnSpPr>
          <p:spPr>
            <a:xfrm>
              <a:off x="-9524" y="3553619"/>
              <a:ext cx="142875" cy="12065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39BD727-C1C2-4BE9-8CD3-982D9A47238D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" y="3669506"/>
              <a:ext cx="0" cy="3508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1364EFA-F962-453C-93EF-A49E0B0D1578}"/>
                </a:ext>
              </a:extLst>
            </p:cNvPr>
            <p:cNvSpPr>
              <a:spLocks/>
            </p:cNvSpPr>
            <p:nvPr/>
          </p:nvSpPr>
          <p:spPr>
            <a:xfrm>
              <a:off x="39192" y="4020344"/>
              <a:ext cx="170853" cy="1682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BB45A8F-9C87-4415-B4D3-D498241F43D9}"/>
                </a:ext>
              </a:extLst>
            </p:cNvPr>
            <p:cNvCxnSpPr>
              <a:cxnSpLocks/>
            </p:cNvCxnSpPr>
            <p:nvPr/>
          </p:nvCxnSpPr>
          <p:spPr>
            <a:xfrm>
              <a:off x="146050" y="4657725"/>
              <a:ext cx="0" cy="22002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1A53D60-DE55-465E-A9B6-3C3D8A795E37}"/>
                </a:ext>
              </a:extLst>
            </p:cNvPr>
            <p:cNvCxnSpPr>
              <a:cxnSpLocks/>
            </p:cNvCxnSpPr>
            <p:nvPr/>
          </p:nvCxnSpPr>
          <p:spPr>
            <a:xfrm>
              <a:off x="56653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C58B70-53C0-4DCE-AFCC-04916A7611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29275"/>
              <a:ext cx="59828" cy="2413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A5F1D9C-1D8E-4A46-A7DB-FC1603E23B64}"/>
                </a:ext>
              </a:extLst>
            </p:cNvPr>
            <p:cNvCxnSpPr>
              <a:cxnSpLocks/>
            </p:cNvCxnSpPr>
            <p:nvPr/>
          </p:nvCxnSpPr>
          <p:spPr>
            <a:xfrm>
              <a:off x="235247" y="5864225"/>
              <a:ext cx="0" cy="99377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35A5934-D7E6-4804-A18F-3A798FF14766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239416" y="5043822"/>
              <a:ext cx="337612" cy="8267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7E0F7B7-23B5-4616-B423-DC34CBE1BD32}"/>
                </a:ext>
              </a:extLst>
            </p:cNvPr>
            <p:cNvSpPr>
              <a:spLocks/>
            </p:cNvSpPr>
            <p:nvPr/>
          </p:nvSpPr>
          <p:spPr>
            <a:xfrm>
              <a:off x="523875" y="4862513"/>
              <a:ext cx="194067" cy="1952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F7BE07F-9C1D-4155-BAC1-6F4B78AAA4D8}"/>
                </a:ext>
              </a:extLst>
            </p:cNvPr>
            <p:cNvCxnSpPr>
              <a:cxnSpLocks/>
            </p:cNvCxnSpPr>
            <p:nvPr/>
          </p:nvCxnSpPr>
          <p:spPr>
            <a:xfrm>
              <a:off x="324283" y="6234113"/>
              <a:ext cx="0" cy="62388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3A86947-C88C-49C3-98CB-5F7858ADE2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521" y="5414963"/>
              <a:ext cx="358540" cy="838199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6A332F3-2F87-4DC2-A301-79E9D60EFA13}"/>
                </a:ext>
              </a:extLst>
            </p:cNvPr>
            <p:cNvSpPr>
              <a:spLocks/>
            </p:cNvSpPr>
            <p:nvPr/>
          </p:nvSpPr>
          <p:spPr>
            <a:xfrm>
              <a:off x="616255" y="5253037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C489202-2B95-487E-8616-AA0B6527645B}"/>
                </a:ext>
              </a:extLst>
            </p:cNvPr>
            <p:cNvSpPr>
              <a:spLocks/>
            </p:cNvSpPr>
            <p:nvPr/>
          </p:nvSpPr>
          <p:spPr>
            <a:xfrm rot="21421688">
              <a:off x="616255" y="5772150"/>
              <a:ext cx="178349" cy="1763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A4A7080-8162-49C3-9B89-83855889F7DF}"/>
                </a:ext>
              </a:extLst>
            </p:cNvPr>
            <p:cNvSpPr>
              <a:spLocks/>
            </p:cNvSpPr>
            <p:nvPr/>
          </p:nvSpPr>
          <p:spPr>
            <a:xfrm rot="21437781">
              <a:off x="1053757" y="6226001"/>
              <a:ext cx="140676" cy="1374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D18247D-E5F5-48DA-9285-A62D5E69C4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250" y="6558265"/>
              <a:ext cx="128560" cy="29973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F081F5F-A533-4BB7-8BDF-9B792DB0E52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707377" y="5948412"/>
              <a:ext cx="2625" cy="614615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4657DDB-670B-4597-8210-363B2A19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080" y="6662265"/>
              <a:ext cx="80776" cy="19811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3C2B302-AD8F-43C1-B4D6-E1E425CE1CDD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H="1">
              <a:off x="750094" y="6345650"/>
              <a:ext cx="326613" cy="3242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D6B3C28-BBB6-4BFD-B906-C8A9AFA274B5}"/>
                </a:ext>
              </a:extLst>
            </p:cNvPr>
            <p:cNvSpPr>
              <a:spLocks/>
            </p:cNvSpPr>
            <p:nvPr/>
          </p:nvSpPr>
          <p:spPr>
            <a:xfrm>
              <a:off x="56653" y="4489449"/>
              <a:ext cx="175574" cy="1746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1B6D693-C1E6-440D-8358-5814FBB5DD88}"/>
                </a:ext>
              </a:extLst>
            </p:cNvPr>
            <p:cNvCxnSpPr>
              <a:cxnSpLocks/>
            </p:cNvCxnSpPr>
            <p:nvPr/>
          </p:nvCxnSpPr>
          <p:spPr>
            <a:xfrm>
              <a:off x="11455183" y="5602287"/>
              <a:ext cx="0" cy="1270257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0AD2AE1-6D69-409A-B37D-1F263869F9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52802" y="5321300"/>
              <a:ext cx="285173" cy="2921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E81C085-8559-4EC8-AD97-AC302172E6D1}"/>
                </a:ext>
              </a:extLst>
            </p:cNvPr>
            <p:cNvCxnSpPr>
              <a:cxnSpLocks/>
              <a:endCxn id="48" idx="4"/>
            </p:cNvCxnSpPr>
            <p:nvPr/>
          </p:nvCxnSpPr>
          <p:spPr>
            <a:xfrm flipV="1">
              <a:off x="11734869" y="5045598"/>
              <a:ext cx="1588" cy="2902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3E585BA-FE3F-4F76-9C0F-5F5DE9B51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99" y="5688012"/>
              <a:ext cx="285173" cy="657638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13D3196-2E80-412A-AE7C-B251C9A86F2B}"/>
                </a:ext>
              </a:extLst>
            </p:cNvPr>
            <p:cNvCxnSpPr>
              <a:cxnSpLocks/>
            </p:cNvCxnSpPr>
            <p:nvPr/>
          </p:nvCxnSpPr>
          <p:spPr>
            <a:xfrm>
              <a:off x="11545174" y="6327775"/>
              <a:ext cx="0" cy="549532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97DBAD4-1618-42DC-994F-A1142ED4ED96}"/>
                </a:ext>
              </a:extLst>
            </p:cNvPr>
            <p:cNvCxnSpPr>
              <a:cxnSpLocks/>
            </p:cNvCxnSpPr>
            <p:nvPr/>
          </p:nvCxnSpPr>
          <p:spPr>
            <a:xfrm>
              <a:off x="11951277" y="6602541"/>
              <a:ext cx="0" cy="265241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B3753AB-37E3-4900-9E19-F050D9D5573F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8131" y="4879870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09513A4-5234-43FD-9412-2C9AE50A85AC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780006" y="5556406"/>
              <a:ext cx="144574" cy="1428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D8970EF-6CE9-4B84-A99B-7ADB804C67DF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861151" y="6432832"/>
              <a:ext cx="168829" cy="165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72EDD97-69C0-4C44-BDB5-B419E5F83BDA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640314" y="1550812"/>
              <a:ext cx="176641" cy="165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15FF097-6CB1-42E1-A5C2-F8F8294C34ED}"/>
                </a:ext>
              </a:extLst>
            </p:cNvPr>
            <p:cNvSpPr>
              <a:spLocks/>
            </p:cNvSpPr>
            <p:nvPr/>
          </p:nvSpPr>
          <p:spPr>
            <a:xfrm rot="21437781">
              <a:off x="11385673" y="484941"/>
              <a:ext cx="125029" cy="130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2E8340-1432-4FE2-8461-4806A7861EC8}"/>
                </a:ext>
              </a:extLst>
            </p:cNvPr>
            <p:cNvCxnSpPr>
              <a:cxnSpLocks/>
              <a:stCxn id="52" idx="7"/>
            </p:cNvCxnSpPr>
            <p:nvPr/>
          </p:nvCxnSpPr>
          <p:spPr>
            <a:xfrm flipV="1">
              <a:off x="11490163" y="176785"/>
              <a:ext cx="330596" cy="32526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C6FB9E8-AE15-48E4-A3DF-ED6996DB21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7584" y="0"/>
              <a:ext cx="74974" cy="17996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5586CA2-CBF9-421E-B82C-2F45395F0B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2843" y="-3175"/>
              <a:ext cx="0" cy="998153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43D3E8B-D76E-46E5-A7F8-0DB5D3ACE3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4733" y="985415"/>
              <a:ext cx="278110" cy="275044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C52761-2A91-42BC-9DEC-AB79217700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7841" y="1250595"/>
              <a:ext cx="0" cy="306000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6970666"/>
      </p:ext>
    </p:extLst>
  </p:cSld>
  <p:clrMapOvr>
    <a:masterClrMapping/>
  </p:clrMapOvr>
  <p:transition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1. egyéni séma">
      <a:dk1>
        <a:srgbClr val="000000"/>
      </a:dk1>
      <a:lt1>
        <a:sysClr val="window" lastClr="FFFFFF"/>
      </a:lt1>
      <a:dk2>
        <a:srgbClr val="000000"/>
      </a:dk2>
      <a:lt2>
        <a:srgbClr val="F8F8F8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Áramkör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ramkör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TM16401371[[fn=Atlasz]]</Template>
  <TotalTime>259</TotalTime>
  <Words>348</Words>
  <Application>Microsoft Office PowerPoint</Application>
  <PresentationFormat>Widescreen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Tw Cen MT</vt:lpstr>
      <vt:lpstr>Wingdings</vt:lpstr>
      <vt:lpstr>Áramkör</vt:lpstr>
      <vt:lpstr>PUSKÁS TIVADAR EGYETEM HÁLÓZATA</vt:lpstr>
      <vt:lpstr>A projekt leírása</vt:lpstr>
      <vt:lpstr>Specifikációk</vt:lpstr>
      <vt:lpstr>Szerverek</vt:lpstr>
      <vt:lpstr>Szerverek</vt:lpstr>
      <vt:lpstr>Topológia | Általánosságok</vt:lpstr>
      <vt:lpstr>Topológia | Gazdasági kar</vt:lpstr>
      <vt:lpstr>Topológia | Műszaki kar</vt:lpstr>
      <vt:lpstr>Topológia | Informatikai kar</vt:lpstr>
      <vt:lpstr>Topológia | Core</vt:lpstr>
      <vt:lpstr>Címtartományok</vt:lpstr>
      <vt:lpstr>Fejlesztési lehetőségek</vt:lpstr>
      <vt:lpstr>Kérdések?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Vizsgaremek</dc:title>
  <dc:creator>udemo</dc:creator>
  <cp:lastModifiedBy>Vér Bence</cp:lastModifiedBy>
  <cp:revision>312</cp:revision>
  <dcterms:created xsi:type="dcterms:W3CDTF">2026-04-19T18:46:00Z</dcterms:created>
  <dcterms:modified xsi:type="dcterms:W3CDTF">2026-05-13T16:15:26Z</dcterms:modified>
</cp:coreProperties>
</file>